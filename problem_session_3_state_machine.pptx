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135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883E"/>
                </a:solidFill>
              </a:rPr>
              <a:t>PROBLEM-SOLVING SESSION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EDF3"/>
                </a:solidFill>
              </a:rPr>
              <a:t>The Impossible Transition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Type-Safe State Machines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3383280"/>
            <a:ext cx="1280160" cy="36576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reports: "Sometimes send() works, sometimes it silently fails."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3251"/>
            <a:ext cx="5120640" cy="3108960"/>
          </a:xfrm>
          <a:prstGeom prst="rect">
            <a:avLst/>
          </a:prstGeom>
          <a:solidFill>
            <a:srgbClr val="1C1C1C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053251"/>
            <a:ext cx="36576" cy="3108960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144691"/>
            <a:ext cx="4892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ConnectionManager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ConnectionState state_ = Idle;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connect()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(state_ == Idle)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state_ = Connecting;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socket_.async_connect(...);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disconnect()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(state_ == Connected) {  // Only Connected!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state_ = Disconnecting;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on_socket_error()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state_ = Failed;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Forgot to close socket!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108960" cy="594360"/>
          </a:xfrm>
          <a:prstGeom prst="rect">
            <a:avLst/>
          </a:prstGeom>
          <a:solidFill>
            <a:srgbClr val="2D1518"/>
          </a:solidFill>
          <a:ln w="6350">
            <a:solidFill>
              <a:srgbClr val="F851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80644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</a:rPr>
              <a:t>BUG 1: disconnect() during Connecting → nothing happens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0" y="1783080"/>
            <a:ext cx="3108960" cy="594360"/>
          </a:xfrm>
          <a:prstGeom prst="rect">
            <a:avLst/>
          </a:prstGeom>
          <a:solidFill>
            <a:srgbClr val="2D1518"/>
          </a:solidFill>
          <a:ln w="6350">
            <a:solidFill>
              <a:srgbClr val="F851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806440" y="1874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</a:rPr>
              <a:t>BUG 2: on_error doesn't close socket → resource leak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0" y="2468880"/>
            <a:ext cx="3108960" cy="594360"/>
          </a:xfrm>
          <a:prstGeom prst="rect">
            <a:avLst/>
          </a:prstGeom>
          <a:solidFill>
            <a:srgbClr val="2D1518"/>
          </a:solidFill>
          <a:ln w="6350">
            <a:solidFill>
              <a:srgbClr val="F851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806440" y="2560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</a:rPr>
              <a:t>BUG 3: Entry/exit actions scattered or forgotten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0" y="3154680"/>
            <a:ext cx="3108960" cy="594360"/>
          </a:xfrm>
          <a:prstGeom prst="rect">
            <a:avLst/>
          </a:prstGeom>
          <a:solidFill>
            <a:srgbClr val="2D1518"/>
          </a:solidFill>
          <a:ln w="6350">
            <a:solidFill>
              <a:srgbClr val="F851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80644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</a:rPr>
              <a:t>BUG 4+: send() silently fails, race conditions...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Switch-Based State Machines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9144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</a:rPr>
              <a:t>STATE × EVENT = TEST CASES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5149"/>
                </a:solidFill>
              </a:rPr>
              <a:t>5 × 5 = 25+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Before async timing, thread interleaving...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</a:rPr>
              <a:t>BUGS IN SWITCH-BASED STATE MACHINES: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• Missing transition → silent bug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328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• Forgotten entry action → resource not init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254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• Forgotten exit action → resource leaked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181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• Invalid transition → no compile check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107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• State logic scattered across file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4114800" cy="2560320"/>
          </a:xfrm>
          <a:prstGeom prst="rect">
            <a:avLst/>
          </a:prstGeom>
          <a:solidFill>
            <a:srgbClr val="2D15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4114800" cy="36576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0916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</a:rPr>
              <a:t>THE "CHECK STATE" ANTI-PATTERN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325880"/>
            <a:ext cx="3840480" cy="100584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09160" y="1325880"/>
            <a:ext cx="36576" cy="100584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4173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send(string data)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(state_ != Connected)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  // Silent fail!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socket_.send(data);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2423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• Scattered: every function has its own check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679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• Easy to get wrong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29352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• Fails silently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31912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• Discipline doesn't scale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StateMachine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1. STATES AS TYPES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14300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6576" cy="11430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Idle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on_entry(Ctx&amp;) noexcept;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on_exit(Ctx&amp;) noexcept;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Connecting { ...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Connected { ... };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2. TRANSITIONS AS PAIRS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4023360" cy="109728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36576" cy="109728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Transitions = tuple&lt;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pair&lt;Idle, Connecting&gt;,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pair&lt;Connecting, Connected&gt;,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pair&lt;Connecting, Failed&gt;,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pair&lt;Connected, Disconnecting&gt;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914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3. CREATE STATE MACHINE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4114800" cy="1280160"/>
          </a:xfrm>
          <a:prstGeom prst="rect">
            <a:avLst/>
          </a:prstGeom>
          <a:solidFill>
            <a:srgbClr val="1C1C1C"/>
          </a:solidFill>
          <a:ln w="635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0" y="1143000"/>
            <a:ext cx="36576" cy="128016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709160" y="123444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ConnSM = StateMachine&lt;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StrictTransitionPolicy,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NoExceptActionPolicy,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0, // Initial state index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Idle, Connecting, Connected...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71F7"/>
                </a:solidFill>
              </a:rPr>
              <a:t>4. USE 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788920"/>
            <a:ext cx="4114800" cy="685800"/>
          </a:xfrm>
          <a:prstGeom prst="rect">
            <a:avLst/>
          </a:prstGeom>
          <a:solidFill>
            <a:srgbClr val="1C1C1C"/>
          </a:solidFill>
          <a:ln w="6350">
            <a:solidFill>
              <a:srgbClr val="A371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0" y="2788920"/>
            <a:ext cx="36576" cy="685800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09160" y="28803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ConnSM sm(ctx);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sm.transition&lt;Connecting&gt;(); //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sm.transition&lt;Failed&gt;();  // Throws!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</a:rPr>
              <a:t>TRANSITION POLICIES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6576" cy="7315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</a:rPr>
              <a:t>StrictTransitionPolicy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Only listed transitions allowed. Invalid transition → throws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023360" cy="6400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36576" cy="640080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</a:rPr>
              <a:t>AnyToAnyTransitionPolicy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All transitions allowed. For prototyping.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914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ACTION POLICIES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114800" cy="11887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72000" y="1188720"/>
            <a:ext cx="36576" cy="11887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09160" y="1234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</a:rPr>
              <a:t>NoExceptActionPolicy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static_assert that on_entry/on_exit are noexcept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783080"/>
            <a:ext cx="3840480" cy="50292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0060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NoExceptActionPolicy requires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State::on_entry() to be noexcept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2468880"/>
            <a:ext cx="4114800" cy="6400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572000" y="2468880"/>
            <a:ext cx="36576" cy="640080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709160" y="2514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</a:rPr>
              <a:t>ThrowingActionPolicy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Actions can throw exceptions. Default.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Compile-Time Guarantees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9144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6576" cy="9144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8F"/>
                </a:solidFill>
              </a:rPr>
              <a:t>UNIQUE STATES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StateMachine&lt;..., A, B, A&gt;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State types must be unique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9144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6576" cy="91440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46320" y="9601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</a:rPr>
              <a:t>VALID INITIAL INDEX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1704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StateMachine&lt;..., 99, A, B, C&gt;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InitialIndex must be within 0 to NumStates-1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4206240" cy="9144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36576" cy="91440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196596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</a:rPr>
              <a:t>AT LEAST ONE STATE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1762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StateMachine&lt;Ctx, Trans, ...&gt;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must have at least one state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1920240"/>
            <a:ext cx="4206240" cy="9144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36576" cy="914400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846320" y="196596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371F7"/>
                </a:solidFill>
              </a:rPr>
              <a:t>TRANSITION TARGET EXISTS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1762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sm.transition&lt;UnknownState&gt;()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Target state type not found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4206240" cy="9144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365760" y="2926080"/>
            <a:ext cx="36576" cy="914400"/>
          </a:xfrm>
          <a:prstGeom prst="rect">
            <a:avLst/>
          </a:prstGeom>
          <a:solidFill>
            <a:srgbClr val="DA3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7200" y="29718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A3633"/>
                </a:solidFill>
              </a:rPr>
              <a:t>QUERIED STATE EXISTS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1821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sm.is_in_state&lt;Unknown&gt;()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429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Queried state not found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4206240" cy="9144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36576" cy="9144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846320" y="29718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8F"/>
                </a:solidFill>
              </a:rPr>
              <a:t>NOEXCEPT ACTIONS (policy)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1821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on_entry(Ctx&amp;) { throw; }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0" y="3429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on_entry() must be noexcept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4114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2"/>
                </a:solidFill>
              </a:rPr>
              <a:t>Runtime cost: usually small; </a:t>
            </a:r>
            <a:r>
              <a:rPr dirty="0" err="1">
                <a:solidFill>
                  <a:schemeClr val="bg2"/>
                </a:solidFill>
              </a:rPr>
              <a:t>StrictTransitionPolicy</a:t>
            </a:r>
            <a:r>
              <a:rPr dirty="0">
                <a:solidFill>
                  <a:schemeClr val="bg2"/>
                </a:solidFill>
              </a:rPr>
              <a:t> adds an O(1) transition check. Benchmark hot paths.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6576" cy="68580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Switch-based state machines are bug magnets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20624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6576" cy="6858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846320" y="98755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StateMachine encodes the state set + transition table in types; validates current→next at runtime (policy)</a:t>
            </a:r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420624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65760" y="1691640"/>
            <a:ext cx="36576" cy="68580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7200" y="17647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Entry/exit actions are automatic—just implement on_entry, on_exit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20624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754880" y="1691640"/>
            <a:ext cx="36576" cy="68580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46320" y="17647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Policies give control: Strict vs AnyToAny, NoExcept vs Throwing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68880"/>
            <a:ext cx="4206240" cy="685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65760" y="2468880"/>
            <a:ext cx="36576" cy="685800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57200" y="25420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71F7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6 compile-time guarantees via static_assert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468880"/>
            <a:ext cx="4206240" cy="68580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36576" cy="6858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846320" y="25420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743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Designed for near-zero overhead; benchmark if this is a hot path</a:t>
            </a:r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fat_p::StateMachine&lt;Context, Transitions, Policy...&gt;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724</Words>
  <Application>Microsoft Office PowerPoint</Application>
  <PresentationFormat>On-screen Show (16:9)</PresentationFormat>
  <Paragraphs>132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3: The Impossible Transition</dc:title>
  <dc:subject>PptxGenJS Presentation</dc:subject>
  <dc:creator>PptxGenJS</dc:creator>
  <cp:lastModifiedBy>Schroeder, Matthew Q [US] (MS)</cp:lastModifiedBy>
  <cp:revision>2</cp:revision>
  <dcterms:created xsi:type="dcterms:W3CDTF">2026-01-19T08:10:47Z</dcterms:created>
  <dcterms:modified xsi:type="dcterms:W3CDTF">2026-01-19T20:58:31Z</dcterms:modified>
</cp:coreProperties>
</file>