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Compile-Time Error Detection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Compiler as Your Safety Net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0" y="3383280"/>
            <a:ext cx="1097280" cy="3657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Fat-P Library • Problem-Solving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Principle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bug caught at compile time is a bug that: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reaches code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reaches testing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reaches production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wakes you up at 3am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1280160"/>
            <a:ext cx="3712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64608" y="1508760"/>
            <a:ext cx="37124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runtime errors into compile errors—making entire classes of bugs impossible to write.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1: Strong Typedefs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822960" cy="320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SESSION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</a:rPr>
              <a:t>Strong Typedefs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91440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36576" cy="9144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4300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int UserId;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int DocumentId;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Compiler sees both as 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Swapping arguments compiles!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4023360" cy="77724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31720"/>
            <a:ext cx="36576" cy="7772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231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UserId = StrongId&lt;UserTag&gt;;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DocumentId = StrongId&lt;DocTag&gt;;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Swapping → compile error!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WHAT IT CATCHES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Argument order bugs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Mixing up IDs, handles, indices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Unit confusion (meters vs feet)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19456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194560"/>
            <a:ext cx="4114800" cy="274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2286000"/>
            <a:ext cx="3895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FAT-P COMPONENT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81728" y="2514600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StrongId&lt;Tag, Policy&gt;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2: Exhaustive Enums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822960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SESSION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</a:rPr>
              <a:t>Exhaustive Enums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109728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36576" cy="109728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4300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(status)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Pending: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Shipped: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return "";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enum value → silent bug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4023360" cy="64008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14600"/>
            <a:ext cx="36576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060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EnumPlusMap — data-driven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EnumPlusMap&lt;Status, string&gt; MSGS;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OR: -Werror=switch-enum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WHAT IT CATCHES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Forgotten cases when enums grow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Silent fallthrough to wrong behavior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Incomplete dispatching logic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19456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194560"/>
            <a:ext cx="4114800" cy="274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2286000"/>
            <a:ext cx="3895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FAT-P COMPONENT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81728" y="2514600"/>
            <a:ext cx="38953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EnumPlusMap&lt;E, T&gt; + EnumSizeTrait&lt;E&gt;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3: Type-Safe State Machines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822960" cy="32004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SESSION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</a:rPr>
              <a:t>Type-Safe State Machines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114300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36576" cy="11430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4300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handle(Event 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(state)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IDLE: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Missing transitions!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 entry/exit actions!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4114800" cy="91440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51560"/>
            <a:ext cx="36576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1430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Transitions = tuple&lt;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pair&lt;Idle, Connecting&gt;,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pair&lt;Connecting, Connected&gt;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Invalid → exception!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10312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103120"/>
            <a:ext cx="4114800" cy="274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2194560"/>
            <a:ext cx="3895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FAT-P COMPONENT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81728" y="2423160"/>
            <a:ext cx="38953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StateMachine&lt;Ctx, Trans, Policy&gt;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Techniques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20624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Type-State Pattern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States encoded in types, not variables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File&lt;Open&gt; → File&lt;Closed&gt;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914400"/>
            <a:ext cx="4206240" cy="274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Const Correctness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Immutability enforced by compiler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const, constexpr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420624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148840"/>
            <a:ext cx="4206240" cy="2743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</a:rPr>
              <a:t>[[nodiscard]]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Prevent ignored return values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880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Expected&lt;T, E&gt;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148840"/>
            <a:ext cx="420624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2148840"/>
            <a:ext cx="4206240" cy="27432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71F7"/>
                </a:solidFill>
              </a:rPr>
              <a:t>Template Constraints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Reject wrong types at API boundary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880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SFINAE, Concepts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All techniques share the same goal: make illegal states unrepresentable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Cost-Benefit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011680" cy="36576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Technique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94560" y="914400"/>
            <a:ext cx="1920240" cy="36576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914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Compile Cost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914400"/>
            <a:ext cx="1920240" cy="36576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914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Runtime Cost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1920240" cy="36576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14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Adoption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Strong Typedefs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32588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</a:rPr>
              <a:t>Slight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132588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Zero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32588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</a:rPr>
              <a:t>Moderate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1737360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Exhaustive Switches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94560" y="173736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219456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</a:rPr>
              <a:t>Negligible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173736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Zero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73736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</a:rPr>
              <a:t>Low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148840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StateMachine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94560" y="214884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219456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</a:rPr>
              <a:t>Slight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214884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Zero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214884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</a:rPr>
              <a:t>Medium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2560320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Type-State Pattern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94560" y="256032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6"/>
          <p:cNvSpPr/>
          <p:nvPr/>
        </p:nvSpPr>
        <p:spPr>
          <a:xfrm>
            <a:off x="219456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</a:rPr>
              <a:t>Longer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06240" y="256032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Text 38"/>
          <p:cNvSpPr/>
          <p:nvPr/>
        </p:nvSpPr>
        <p:spPr>
          <a:xfrm>
            <a:off x="420624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Zero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256032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High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2971800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Template Constraints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194560" y="297180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6" name="Text 44"/>
          <p:cNvSpPr/>
          <p:nvPr/>
        </p:nvSpPr>
        <p:spPr>
          <a:xfrm>
            <a:off x="219456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</a:rPr>
              <a:t>Longer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206240" y="297180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8" name="Text 46"/>
          <p:cNvSpPr/>
          <p:nvPr/>
        </p:nvSpPr>
        <p:spPr>
          <a:xfrm>
            <a:off x="420624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Zero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297180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0" name="Text 48"/>
          <p:cNvSpPr/>
          <p:nvPr/>
        </p:nvSpPr>
        <p:spPr>
          <a:xfrm>
            <a:off x="621792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</a:rPr>
              <a:t>Moderate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Every technique has zero runtime cost for the safety it provides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27432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24128"/>
            <a:ext cx="32004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241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9875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Strong Typedefs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StrongId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600200"/>
            <a:ext cx="27432" cy="5029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09928"/>
            <a:ext cx="320040" cy="2743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16733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Exhaustive Enums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18745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EnumPlusMap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286000"/>
            <a:ext cx="27432" cy="5029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395728"/>
            <a:ext cx="320040" cy="2743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957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3591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Type-Safe State Machines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5603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StateMachine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2971800"/>
            <a:ext cx="27432" cy="50292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081528"/>
            <a:ext cx="320040" cy="27432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815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30449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Type-State Pattern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2461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semantics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9144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914400"/>
            <a:ext cx="27432" cy="502920"/>
          </a:xfrm>
          <a:prstGeom prst="rect">
            <a:avLst/>
          </a:prstGeom>
          <a:solidFill>
            <a:srgbClr val="DA3633"/>
          </a:solidFill>
          <a:ln/>
        </p:spPr>
      </p:sp>
      <p:sp>
        <p:nvSpPr>
          <p:cNvPr id="29" name="Shape 27"/>
          <p:cNvSpPr/>
          <p:nvPr/>
        </p:nvSpPr>
        <p:spPr>
          <a:xfrm>
            <a:off x="4846320" y="1024128"/>
            <a:ext cx="320040" cy="274320"/>
          </a:xfrm>
          <a:prstGeom prst="rect">
            <a:avLst/>
          </a:prstGeom>
          <a:solidFill>
            <a:srgbClr val="DA3633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0241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9875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Const Correctness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11887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16002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1600200"/>
            <a:ext cx="27432" cy="5029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5" name="Shape 33"/>
          <p:cNvSpPr/>
          <p:nvPr/>
        </p:nvSpPr>
        <p:spPr>
          <a:xfrm>
            <a:off x="4846320" y="1709928"/>
            <a:ext cx="320040" cy="2743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57800" y="16733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Non-Null References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18745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22860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Shape 38"/>
          <p:cNvSpPr/>
          <p:nvPr/>
        </p:nvSpPr>
        <p:spPr>
          <a:xfrm>
            <a:off x="4754880" y="2286000"/>
            <a:ext cx="27432" cy="5029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41" name="Shape 39"/>
          <p:cNvSpPr/>
          <p:nvPr/>
        </p:nvSpPr>
        <p:spPr>
          <a:xfrm>
            <a:off x="4846320" y="2395728"/>
            <a:ext cx="320040" cy="2743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23957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57800" y="23591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[[nodiscard]]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25603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29718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6" name="Shape 44"/>
          <p:cNvSpPr/>
          <p:nvPr/>
        </p:nvSpPr>
        <p:spPr>
          <a:xfrm>
            <a:off x="4754880" y="2971800"/>
            <a:ext cx="27432" cy="5029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47" name="Shape 45"/>
          <p:cNvSpPr/>
          <p:nvPr/>
        </p:nvSpPr>
        <p:spPr>
          <a:xfrm>
            <a:off x="4846320" y="3081528"/>
            <a:ext cx="320040" cy="2743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30815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57800" y="30449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Template Constraints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57800" y="32461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SFINAE / Concepts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Compile-Time Error Detection</dc:title>
  <dc:subject>PptxGenJS Presentation</dc:subject>
  <dc:creator>PptxGenJS</dc:creator>
  <cp:lastModifiedBy>PptxGenJS</cp:lastModifiedBy>
  <cp:revision>1</cp:revision>
  <dcterms:created xsi:type="dcterms:W3CDTF">2026-01-19T08:44:38Z</dcterms:created>
  <dcterms:modified xsi:type="dcterms:W3CDTF">2026-01-19T08:44:38Z</dcterms:modified>
</cp:coreProperties>
</file>