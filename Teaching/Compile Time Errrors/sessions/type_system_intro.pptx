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Leveraging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Type System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48640" y="3474720"/>
            <a:ext cx="228600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the compiler enforce your rules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Idea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already has a type system.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already rejects code that violates type rules.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if we encode our rules as types?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compiler enforces them for us — automatically, every time.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Compiler Already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2286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rely on the type system to catch mistakes: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1188720"/>
          </a:xfrm>
          <a:prstGeom prst="rect">
            <a:avLst/>
          </a:prstGeom>
          <a:solidFill>
            <a:srgbClr val="2D32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std::string name = "Alice";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name;  </a:t>
            </a:r>
            <a:pPr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assign string to int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4023360" cy="1188720"/>
          </a:xfrm>
          <a:prstGeom prst="rect">
            <a:avLst/>
          </a:prstGeom>
          <a:solidFill>
            <a:srgbClr val="2D325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783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foo(int* p);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foo("hello");  </a:t>
            </a:r>
            <a:pPr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880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pass string as int*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463040"/>
          </a:xfrm>
          <a:prstGeom prst="rect">
            <a:avLst/>
          </a:prstGeom>
          <a:solidFill>
            <a:srgbClr val="E63946">
              <a:alpha val="8000"/>
            </a:srgbClr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type system is a constraint checker.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 it only checks built-in constraints (string ≠ int, etc.).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we can define our own types — and our own constraints.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Encoding Our Constraints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8288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Same type, different meaning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645920"/>
          </a:xfrm>
          <a:prstGeom prst="rect">
            <a:avLst/>
          </a:prstGeom>
          <a:solidFill>
            <a:srgbClr val="2D32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user_id = 42;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doc_id = 99;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Compiler sees: int, 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"Both are ints. Looks fine."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grant_access(doc_id, user_id);</a:t>
            </a:r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oops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Different types, compiler enforces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1645920"/>
          </a:xfrm>
          <a:prstGeom prst="rect">
            <a:avLst/>
          </a:prstGeom>
          <a:solidFill>
            <a:srgbClr val="2D325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5544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user_id{42};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DocId doc_id{99};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Compiler sees: UserId, DocId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B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"These are different types!"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B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grant_access(doc_id, user_id);</a:t>
            </a:r>
            <a:pPr indent="0" marL="0">
              <a:buNone/>
            </a:pPr>
            <a:r>
              <a:rPr lang="en-US" sz="1200" dirty="0">
                <a:solidFill>
                  <a:srgbClr val="40B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ERROR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1645920"/>
          </a:xfrm>
          <a:prstGeom prst="rect">
            <a:avLst/>
          </a:prstGeom>
          <a:solidFill>
            <a:srgbClr val="2A9D8F">
              <a:alpha val="10000"/>
            </a:srgbClr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encoded semantic meaning in the type.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 and DocId are </a:t>
            </a:r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types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 though they both wrap an int.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compiler's existing type-checking now enforces </a:t>
            </a:r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rule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"Don't mix up user IDs and document IDs."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Pattern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constraint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rule do you want the compiler to enforce?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"Users and documents have different IDs"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48640" cy="54864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it as a type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3108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types that make violations impossible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 and DocId as distinct types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compiler work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4480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Type-checking now catches mistakes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runtime cost, no discipline required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Payoff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compiler accepts your code,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certain bugs are impossible.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"unlikely." Not "tested for." Impossible.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type system is already there. We're just using it.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Leveraging the Type System</dc:title>
  <dc:subject>PptxGenJS Presentation</dc:subject>
  <dc:creator>PptxGenJS</dc:creator>
  <cp:lastModifiedBy>PptxGenJS</cp:lastModifiedBy>
  <cp:revision>1</cp:revision>
  <dcterms:created xsi:type="dcterms:W3CDTF">2026-01-29T08:49:01Z</dcterms:created>
  <dcterms:modified xsi:type="dcterms:W3CDTF">2026-01-29T08:49:01Z</dcterms:modified>
</cp:coreProperties>
</file>