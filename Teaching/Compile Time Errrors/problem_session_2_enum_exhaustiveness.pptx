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oeder, Matthew Q [US] (MS)" userId="979a6c1c-361c-40a6-abbd-98ea57239bae" providerId="ADAL" clId="{10E512CF-6667-42B6-800C-2BB4538ADB77}"/>
    <pc:docChg chg="modSld">
      <pc:chgData name="Schroeder, Matthew Q [US] (MS)" userId="979a6c1c-361c-40a6-abbd-98ea57239bae" providerId="ADAL" clId="{10E512CF-6667-42B6-800C-2BB4538ADB77}" dt="2026-01-19T20:48:48.582" v="2" actId="1076"/>
      <pc:docMkLst>
        <pc:docMk/>
      </pc:docMkLst>
      <pc:sldChg chg="modSp mod">
        <pc:chgData name="Schroeder, Matthew Q [US] (MS)" userId="979a6c1c-361c-40a6-abbd-98ea57239bae" providerId="ADAL" clId="{10E512CF-6667-42B6-800C-2BB4538ADB77}" dt="2026-01-19T20:48:48.582" v="2" actId="1076"/>
        <pc:sldMkLst>
          <pc:docMk/>
          <pc:sldMk cId="0" sldId="257"/>
        </pc:sldMkLst>
        <pc:spChg chg="mod">
          <ac:chgData name="Schroeder, Matthew Q [US] (MS)" userId="979a6c1c-361c-40a6-abbd-98ea57239bae" providerId="ADAL" clId="{10E512CF-6667-42B6-800C-2BB4538ADB77}" dt="2026-01-19T20:48:33.174" v="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chroeder, Matthew Q [US] (MS)" userId="979a6c1c-361c-40a6-abbd-98ea57239bae" providerId="ADAL" clId="{10E512CF-6667-42B6-800C-2BB4538ADB77}" dt="2026-01-19T20:48:48.582" v="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Schroeder, Matthew Q [US] (MS)" userId="979a6c1c-361c-40a6-abbd-98ea57239bae" providerId="ADAL" clId="{10E512CF-6667-42B6-800C-2BB4538ADB77}" dt="2026-01-19T20:48:41.701" v="1" actId="1076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11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</a:rPr>
              <a:t>PROBLEM-SOLVING 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Missing Case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Exhaustive Enum Handling with EnumPlus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 shipped. It passed code review. It has a bug.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3017520"/>
          </a:xfrm>
          <a:prstGeom prst="rect">
            <a:avLst/>
          </a:prstGeom>
          <a:solidFill>
            <a:srgbClr val="1C1C1C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" cy="30175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1251373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OrderStatus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Pending, Processing,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Shipped, Delivered, Cancelled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get_status_message(OrderStatus 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Pending: return "Preparing...";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Processing: return "Processing...";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Shipped: return "On the way!";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Delivered: return "Delivered.";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"";  // "Just in case"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0" y="1371600"/>
            <a:ext cx="2926080" cy="146304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SPOT THE BUG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7373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Where's Cancelled?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Six months later: someone adds Refunded. Customers see blank messages.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default: Hides Bugs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Many developers "fix" the warning: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" cy="114300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(status)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Delivered: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return "Unknown";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64008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Six months later: Refunded is added. Compiler stays silent. New value falls into default.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114800" cy="1554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114800" cy="36576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FUNDAMENTAL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280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Both return "" and default: say: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"I'll handle unknown cases at runtime."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But enums have NO unknown cases—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you've enumerated all of them!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4114800" cy="54864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2606040"/>
            <a:ext cx="36576" cy="5486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default tells compiler "trust me." It stops checking.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#1: Compiler Flags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Remove default, remove trailing return, enable flags: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5544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15544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Pending: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Processing: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Shipped: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Delivered: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Cancelled: return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default! No trailing return!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GCC / CLANG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6576" cy="3657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-Werror=switch-enum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MSVC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874520"/>
            <a:ext cx="4114800" cy="3657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36576" cy="3657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96596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/we4062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4114800" cy="82296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4114800" cy="36576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NOW ADDING REFUNDED: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enumeration value 'Refunded'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handled in switch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#2: EnumPlusMap (Better)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Data-driven dispatch — no switch statements needed: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210312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" cy="21031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"fat_p/EnumPlus.h"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OrderStatus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Pending, Processing, Shipped,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Delivered, Cancelled, COUNT_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template&lt;&gt;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fat_p::EnumSizeTrait&lt;OrderStatus&gt;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constexpr size_t size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static_cast&lt;size_t&gt;(OrderStatus::COUNT_);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36576" cy="21945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280160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EnumPlusMap&lt;OrderStatus,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string_view&gt; STATUS_MESSAGES = {{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"Preparing...",   // Pending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"Processing...",  // Processing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"On the way!",    // Shipped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"Delivered.",     // Delivered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"Cancelled."      // Cancelled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string_view get_message(OrderStatus 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STATUS_MESSAGES[s];  // O(1)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</a:rPr>
              <a:t>Adding a value before COUNT_ → size auto-updates → initializer size mismatch → compile error!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EnumPlus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ITERATION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32588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" cy="13258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 all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for_each_enum&lt;OrderStatus&gt;([](auto 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STATUS_MESSAGES[s] &lt;&lt; "\n";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array of all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all = enum_values&lt;OrderStatus&gt;();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STRING CONVERSION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6576" cy="10058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Specialize EnumStringPolicy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to_string(OrderStatus::Shipped);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"Shipped"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from_string&lt;OrderStatus&gt;("Pending");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OrderStatus::Pending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WHY ENUMPLUS &gt; SWITCH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234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Logic scattered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9D8F"/>
                </a:solidFill>
              </a:rPr>
              <a:t>Data centralized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6916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Easy to forget case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16916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9D8F"/>
                </a:solidFill>
              </a:rPr>
              <a:t>Size must match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1488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Needs compiler flags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21488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9D8F"/>
                </a:solidFill>
              </a:rPr>
              <a:t>Compile error built-in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1920240" cy="36576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Runtime dispatch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606040"/>
            <a:ext cx="2103120" cy="36576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9D8F"/>
                </a:solidFill>
              </a:rPr>
              <a:t>O(1) array lookup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246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FLAG ENUMS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474720"/>
            <a:ext cx="4114800" cy="64008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36576" cy="64008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5661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 bitwise operators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p = Read | Write;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(has_flag(p, Execute)) ...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default: hides bugs — it tells compiler to stop checking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Use -Werror=switch-enum for compiler-enforced exhaustiveness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EnumPlusMap centralizes data and enforces completeness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COUNT_ sentinel keeps EnumSizeTrait in sync automatically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for_each_enum and to_string provide reflection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Make illegal states unrepresentable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fat_p::EnumPlusMap&lt;E, T&gt; + fat_p::EnumSizeTrait&lt;E&gt;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On-screen Show (16:9)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The Missing Case</dc:title>
  <dc:subject>PptxGenJS Presentation</dc:subject>
  <dc:creator>PptxGenJS</dc:creator>
  <cp:lastModifiedBy>Schroeder, Matthew Q [US] (MS)</cp:lastModifiedBy>
  <cp:revision>1</cp:revision>
  <dcterms:created xsi:type="dcterms:W3CDTF">2026-01-19T08:29:13Z</dcterms:created>
  <dcterms:modified xsi:type="dcterms:W3CDTF">2026-01-19T20:48:59Z</dcterms:modified>
</cp:coreProperties>
</file>