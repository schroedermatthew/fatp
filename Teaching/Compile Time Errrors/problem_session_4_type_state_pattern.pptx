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71F7"/>
                </a:solidFill>
              </a:rPr>
              <a:t>PROBLEM-SOLVING SESSION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Invalid Operation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Type-State Pattern: States as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A371F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called in the wrong state — compiles fine, crashes at runtime.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265176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6576" cy="26517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343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fd_ = -1;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is_open_ = false;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open(const string&amp; path);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(!is_open_) throw ...;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close();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f.read();  // Compiles! Crashes.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005840"/>
            <a:ext cx="3657600" cy="182880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097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RUNTIME BUGS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57800" y="1371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read() before open()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read() after close()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open() twice without close()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close() twice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All compile. All crash.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26080"/>
            <a:ext cx="365760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9992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State is a VALUE (is_open_), not a TYPE.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Compiler can't distinguish open vs closed files.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Insight: State as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BEFORE: One type, runtime state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18872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6576" cy="11887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is_open_;  // State =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read()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(!is_open_) throw...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AFTER: Different types per state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023360" cy="128016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97480"/>
            <a:ext cx="36576" cy="1280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88920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ClosedFile {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OpenFile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read();  // Only here!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ClosedFile 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f.read();  // Compile error!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914400"/>
            <a:ext cx="420624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THE TYPE-STATE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States are TYPES, not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Operations exist only on valid state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Transitions consume old type, produce new 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Invalid operations → compile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• No runtime checks needed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926080"/>
            <a:ext cx="420624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9992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ClosedFile has no read(). It's not a runtime check—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the method simply doesn't exist on that type.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Transitions consume the old state, return the new state: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75488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2194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ClosedFile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open() consumes ClosedFile, returns OpenFile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OpenFile open() &amp;&amp;;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OpenFile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read();  // Only on OpenFile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close() consumes OpenFile, returns ClosedFile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ClosedFile close() &amp;&amp;;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3474720" cy="164592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463040"/>
            <a:ext cx="36576" cy="1645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554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ClosedFile closed("data.txt");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 = std::move(closed)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.open();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data = open.read();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closed2 = std::move(open)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.close();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3200400"/>
            <a:ext cx="3474720" cy="41148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&amp;&amp; = rvalue ref: must use std::move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 Type-State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</a:rPr>
              <a:t>For flexibility, use a single template with state tags: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256032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25603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343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Closed {};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Open {};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Locked {};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template&lt;typename State&gt;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File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File&lt;Open&gt; open()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Closed&gt;;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File&lt;Closed&gt; close()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Open&gt;;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read()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requires is_same_v&lt;State, Open&gt;;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657600" cy="19659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463040"/>
            <a:ext cx="36576" cy="1965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554480"/>
            <a:ext cx="3429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File&lt;Closed&gt; f("data.txt");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 = move(f).open();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data = open.read();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locked = move(open).lock();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locked.read();  // Error!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read() requires Open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open2 = move(locked).unlock();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closed = move(open2).close();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3520440"/>
            <a:ext cx="3657600" cy="41148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3593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71F7"/>
                </a:solidFill>
              </a:rPr>
              <a:t>requires (C++20) gates method availability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Type-State vs StateMachine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0896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TYPE-STATE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STATEMACHINE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State storage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Compile-time (in type)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852160" y="123444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Runtime (variant)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Invalid transitions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64592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Won't compile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Runtime error / static_assert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5740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Entry/exit 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205740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Manual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52160" y="205740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Automatic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Dynamic state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246888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Difficult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46888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Easy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80360"/>
            <a:ext cx="256032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Container storage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17520" y="288036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One type per state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Single type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256032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Best for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329184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8" name="Text 36"/>
          <p:cNvSpPr/>
          <p:nvPr/>
        </p:nvSpPr>
        <p:spPr>
          <a:xfrm>
            <a:off x="310896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Linear protocols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Complex graphs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38679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Use Type-State for maximum compile-time safety with simple protocols.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Use StateMachine for runtime inspection and complex state graphs.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States are TYPES—OpenFile vs ClosedFile, not file.is_open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Operations exist only on valid types—read() only on OpenFile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Transitions consume old type, produce new type (&amp;&amp;)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Move semantics enforce linear usage—can't use after transition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3633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Invalid operations → compile error, not runtime crash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Zero runtime cost—types are compile-time only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71F7"/>
                </a:solidFill>
              </a:rPr>
              <a:t>State in the TYPE system → invalid operations don't compile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The Invalid Operation</dc:title>
  <dc:subject>PptxGenJS Presentation</dc:subject>
  <dc:creator>PptxGenJS</dc:creator>
  <cp:lastModifiedBy>PptxGenJS</cp:lastModifiedBy>
  <cp:revision>1</cp:revision>
  <dcterms:created xsi:type="dcterms:W3CDTF">2026-01-19T08:51:58Z</dcterms:created>
  <dcterms:modified xsi:type="dcterms:W3CDTF">2026-01-19T08:51:58Z</dcterms:modified>
</cp:coreProperties>
</file>