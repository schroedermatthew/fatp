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43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Impossible Transition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Session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F5A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state and reality diverge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E5C07B">
              <a:alpha val="20000"/>
            </a:srgbClr>
          </a:solidFill>
          <a:ln w="38100">
            <a:solidFill>
              <a:srgbClr val="E5C0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C0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READ THIS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Threading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assumes </a:t>
            </a:r>
            <a:r>
              <a:rPr lang="en-US" sz="1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single-thread confinement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public methods and socket callbacks execute on the same thread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races — bugs are about ordering, missing transitions, forgotten cleanup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does NOT provide thread safety — it makes transition logic explicit, not atomic.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code shipped. It passed code review.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02336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ConnectionState { Idle, Connecting, Connected, Disconnecting, Failed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ConnectionManager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ConnectionState state_ = ConnectionState::Idle;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socket_;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connect(const std::string&amp; host)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(state_ == ConnectionState::Idle)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state_ = ConnectionState::Connecting;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socket_.async_connect(host, [this](bool success)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(success) { state_ = ConnectionState::Connected;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{ state_ = ConnectionState::Failed;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disconnect();  void send(const std::string&amp; 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on_socket_error();  void retry();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Buggy Code: disconnect()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2286000" cy="54864"/>
          </a:xfrm>
          <a:prstGeom prst="rect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disconnect()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ConnectionState::Connecting)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BUG: closes socket but doesn't cancel async op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or handle the callback that will still arrive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socket_.close();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state_ = ConnectionState::Idle;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ConnectionState::Connected)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state_ = ConnectionState::Disconnecting;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socket_.async_close([this]() { state_ = ConnectionState::Idle; 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4297680"/>
            <a:ext cx="3657600" cy="731520"/>
          </a:xfrm>
          <a:prstGeom prst="rect">
            <a:avLst/>
          </a:prstGeom>
          <a:solidFill>
            <a:srgbClr val="FECACA"/>
          </a:solidFill>
          <a:ln w="254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callback will still fire!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Methods to Examine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828800" cy="54864"/>
          </a:xfrm>
          <a:prstGeom prst="rect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send(const std::string&amp; data)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ConnectionState::Connected)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socket_.send(data);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Not Connected? Nothing happens.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0600" y="10972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on_socket_error()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 = ConnectionState::Failed;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Forgot to close socket!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retry()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(state_ == ConnectionState::Failed) state_ = ConnectionState::Idle;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2D2D2D"/>
          </a:solidFill>
          <a:ln w="38100">
            <a:solidFill>
              <a:srgbClr val="61A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61A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"Sometimes </a:t>
            </a:r>
            <a:r>
              <a:rPr lang="en-US" sz="1800" i="1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send()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works, sometimes it silently fails. We also occasionally see 'connected' right before a failure."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wrong with this code?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wrong with this code?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1828800"/>
          </a:xfrm>
          <a:prstGeom prst="ellipse">
            <a:avLst/>
          </a:prstGeom>
          <a:solidFill>
            <a:srgbClr val="61AFEF">
              <a:alpha val="30000"/>
            </a:srgbClr>
          </a:solidFill>
          <a:ln w="38100">
            <a:solidFill>
              <a:srgbClr val="8BC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2560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5 minutes. Find as many issues as you can.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Main Bug Manifests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28800" cy="54864"/>
          </a:xfrm>
          <a:prstGeom prst="rect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7040880" cy="21031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Before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After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connect("host")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async_connect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 socket, sets 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6C7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Callback (success)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Connected!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send("data")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send() on closed socket!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says </a:t>
            </a:r>
            <a:r>
              <a:rPr lang="en-US" sz="18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socket is </a:t>
            </a:r>
            <a:r>
              <a:rPr lang="en-US" sz="18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State and reality have diverged.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invariants that should hold: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3657600" cy="73152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Send?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violates this: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state, closed socket.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 Concrete Bugs in This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callback corrupts state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async_connect callback fires after disconnect(), overwrites Idle → Connected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on_socket_error doesn't close socket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resource leak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send() silently drops data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error, no log, callers can't detect failure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solidFill>
            <a:srgbClr val="C67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Design Hazards (Why This Pattern Breeds Bugs)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Transition rules scattered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graph only exists by reading all code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Entry/exit actions inconsistent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Failed should close socket, sometimes forgets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No enforcement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nothing prevents 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 = Connected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297680"/>
            <a:ext cx="9144000" cy="548640"/>
          </a:xfrm>
          <a:prstGeom prst="rect">
            <a:avLst/>
          </a:prstGeom>
          <a:solidFill>
            <a:srgbClr val="D19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Multi-Threading Hazards (If Not Single-Thread Confined)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Data races on state_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StateMachine doesn't fix this; you need mutex or message queue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 warns about nothing.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enum defines what states exist.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transitions are valid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happen during transitions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correlate callbacks with current state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Testing Burden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D19A6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768096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on_error()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retry()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Connecting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Connected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Disconn.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Disconnecting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???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Idle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states × 5 events = </a:t>
            </a:r>
            <a:r>
              <a:rPr lang="en-US" sz="2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test cases</a:t>
            </a: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async callback timing adds more: the actual bug isn't in the matrix!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burden grows </a:t>
            </a:r>
            <a:r>
              <a:rPr lang="en-US" sz="16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quadratically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And you're testing </a:t>
            </a:r>
            <a:r>
              <a:rPr lang="en-US" sz="16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r>
              <a:rPr lang="en-US" sz="16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</a:t>
            </a: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Real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54864"/>
          </a:xfrm>
          <a:prstGeom prst="rect">
            <a:avLst/>
          </a:prstGeom>
          <a:solidFill>
            <a:srgbClr val="F5A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using tests to verify what should 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A0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structural invariants.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828800" y="3474720"/>
            <a:ext cx="548640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could make the transition rules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and enforced?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StateMachine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transitions, not checking them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StateMachine Solves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Fat-P's StateMachine inverts the model: instead of checking states, you declare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 and callbacks live in a struct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as Types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state is a struct with on_entry/on_exit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51760" cy="1280160"/>
          </a:xfrm>
          <a:prstGeom prst="rect">
            <a:avLst/>
          </a:prstGeom>
          <a:solidFill>
            <a:srgbClr val="61AFEF">
              <a:alpha val="10000"/>
            </a:srgbClr>
          </a:solidFill>
          <a:ln w="25400">
            <a:solidFill>
              <a:srgbClr val="61A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463040"/>
            <a:ext cx="365760" cy="365760"/>
          </a:xfrm>
          <a:prstGeom prst="rect">
            <a:avLst/>
          </a:prstGeom>
          <a:solidFill>
            <a:srgbClr val="61AFE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transitions declared in a tuple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219456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Context (holds shared data and event callbacks)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ConnContext { Socket socket; std::function&lt;void()&gt; on_connected;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States are types with entry/exit actions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Connected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 if (ctx.on_connected) ctx.on_connected();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Declare valid transitions (illustrative — see header for full syntax)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Transitions = std::tuple&lt;std::pair&lt;Idle, Connecting&gt;, ...&gt;;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Transition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64592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Transitions = std::tuple&lt;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std::pair&lt;Idle, Connecting&gt;,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Connected&gt;,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Disconnecting&gt;,  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Allow cancel during connect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std::pair&lt;Connecting, Failed&gt;,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std::pair&lt;Connected, Disconnecting&gt;,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std::pair&lt;Connected, Failed&gt;,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std::pair&lt;Disconnecting, Idle&gt;,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std::pair&lt;Disconnecting, Failed&gt;,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std::pair&lt;Failed, Idle&gt;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98C379">
              <a:alpha val="15000"/>
            </a:srgbClr>
          </a:solidFill>
          <a:ln w="25400">
            <a:solidFill>
              <a:srgbClr val="98C3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tuple </a:t>
            </a:r>
            <a:r>
              <a:rPr lang="en-US" sz="1800" b="1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state diagram.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both documentation and enforcement.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Where's the state graph? Right there in the tuple.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Gives You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64592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5603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Switch-based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StateMachine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transition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exception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Forgotten entry 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Automatic—implement on_entry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Forgotten exit 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Automatic—implement on_exit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state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 (cast int)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Impossible (types)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 documentation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Comments (maybe)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tuple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StrictTransitionPolicy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011680" cy="54864"/>
          </a:xfrm>
          <a:prstGeom prst="rect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every transition at runtime against the declared list: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Conceptual behavior (not actual implementation)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TNextState&gt;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transition()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static_assert(contains_state&lt;TNextState&gt;, "Target not found");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(!is_allowed(currentState, TNextState))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std::runtime_error("Invalid transition");  // State unchanged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exit_current(); update_to(TNextState); enter_new();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on invalid transition: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sm.transition&lt;Connected&gt;();  </a:t>
            </a:r>
            <a:r>
              <a:rPr lang="en-US" sz="12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in Idle → throws!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FEE2E2"/>
          </a:solidFill>
          <a:ln w="254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is caught immediately, not weeks later in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Transition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tuple visualized — this IS the whiteboard diagram as code: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2377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allowed     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throws at runtime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1A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declared it; the library enforces it.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NoExceptActionPolicy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2011680" cy="54864"/>
          </a:xfrm>
          <a:prstGeom prst="rect">
            <a:avLst/>
          </a:prstGeom>
          <a:solidFill>
            <a:srgbClr val="E5C0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static_assert to verify all on_entry and on_exit methods are noexcept: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109728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BadState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on_entry(Ctx&amp; c) { </a:t>
            </a:r>
            <a:r>
              <a:rPr lang="en-US" sz="10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noexcept!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std::runtime_error("oops");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234440"/>
            <a:ext cx="3017520" cy="1097280"/>
          </a:xfrm>
          <a:prstGeom prst="rect">
            <a:avLst/>
          </a:prstGeom>
          <a:solidFill>
            <a:srgbClr val="FECACA"/>
          </a:solidFill>
          <a:ln w="254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0644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Error: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NoExceptActionPolicy requires State::on_entry() to be noexcept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enforce noexcept?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Exception safety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if on_exit throws mid-transition, state is inconsistent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Performance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noexcept enables compiler optimizations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Design discipline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if your action can fail, you need an error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Compile-Time Guarantees: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state type → error  •  Invalid initial index → error  •  No states → error  •  Unknown target state → error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61AF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cost: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Near-zero. Comparable to a well-written switch statement.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StateMachine Does NOT Solve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54864"/>
          </a:xfrm>
          <a:prstGeom prst="rect">
            <a:avLst/>
          </a:prstGeom>
          <a:solidFill>
            <a:srgbClr val="F5A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threads calling transition() need external synchronization (mutex, strand, message queue)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Callback Correlation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 may still fire after cancellation. You need generation counters to correlate with current attempt.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Semantics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disconnect() during Connecting do? StateMachine enforces your decision; it doesn't make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solidFill>
            <a:srgbClr val="E06C7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Destructor Cleanup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Destructor does NOT call on_exit. Explicitly transition to terminal state or use RAII members.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makes transition logic explicit, not atomic.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Complete Rewrite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Fixed ConnectionManager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20624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Failed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ctx.socket.close();  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cleanup!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Disconnecting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ctx.socket.cancel();  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Best-effort cancel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ctx.socket.async_close();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on_exit(ConnContext&amp; ctx) noexcept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ConnectionSM = fat_p::StateMachine&lt;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ConnContext, Transitions, StrictTransitionPolicy, NoExceptActionPolicy,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Idle, Connecting, Connected, Disconnecting, Failed&gt;;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the Fixed ConnectionManager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92608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ConnectionManager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ConnContext ctx_;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ConnectionSM sm_;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connect(const std::string&amp; host)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ctx_.host = host;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sm_.transition&lt;Connecting&gt;();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disconnect() { sm_.transition&lt;Disconnecting&gt;();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send(const std::string&amp; data)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(!sm_.isInState&lt;Connected&gt;())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std::logic_error("Cannot send: not connected");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ctx_.socket.send(data);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Fixed: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during Connecting → properly cancels</a:t>
            </a: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✓ 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on_socket_error cleanup → Failed::on_entry always closes socket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→ guaranteed to run</a:t>
            </a: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✓ 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transitions → throw immediately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8C3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send() fails loudly → explicit exception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 Callbacks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fix for the original bug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Generation Counter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2286000" cy="54864"/>
          </a:xfrm>
          <a:prstGeom prst="rect">
            <a:avLst/>
          </a:prstGeom>
          <a:solidFill>
            <a:srgbClr val="61A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cancel() is best-effort. The callback may still fire. So what's the REAL fix?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2743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ConnContext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uint64_t connect_generation = 0;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Incremented on each attempt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std::function&lt;void()&gt; on_connect_success;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 to ConnectionManager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Connecting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on_entry(ConnContext&amp; ctx) noexcept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++ctx.connect_generation;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uint64_t my_gen = ctx.connect_generation;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ctx.socket.async_connect(ctx.host, [&amp;ctx, my_gen](bool ok)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(my_gen != ctx.connect_generation) return;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Stale!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Handler calls sm_.transition&lt;Connected&gt;() or sm_.transition&lt;Failed&gt;()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(ok) ctx.on_connect_success(); else ctx.on_connect_failure();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23360"/>
          <a:ext cx="8595360" cy="109728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gen=1, my_gen=1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Transition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Disconnect during 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gen=2, my_gen=1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6C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Ignored (stale)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Retry after disconnect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gen=2, my_gen=2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Transition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Key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async completion must prove it belongs 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C4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current attempt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can transition state.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3840480"/>
            <a:ext cx="548640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makes invalid transitions loud.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counters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stale callbacks silent.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3716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Switch-based state machines are bug magnets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1612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transitions, forgotten actions, silent failures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encodes transitions in the type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states = compile errors; invalid transitions = runtime errors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854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are automatic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780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implement on_entry and on_exit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43784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843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give you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363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StrictTransitionPolicy enforces the list; NoExceptActionPolicy enforces 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5021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overhead is minimal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to a switch statement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StateMachine doesn't solve everything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453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safety, late callbacks, and business semantics are still yours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18888"/>
            <a:ext cx="320040" cy="320040"/>
          </a:xfrm>
          <a:prstGeom prst="rect">
            <a:avLst/>
          </a:prstGeom>
          <a:solidFill>
            <a:srgbClr val="98C3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818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generation counters for async correlation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11149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REAL fix for late callbacks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Use StateMachine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54864"/>
          </a:xfrm>
          <a:prstGeom prst="rect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2286000"/>
          </a:xfrm>
          <a:prstGeom prst="rect">
            <a:avLst/>
          </a:prstGeom>
          <a:solidFill>
            <a:srgbClr val="D1FAE5"/>
          </a:solidFill>
          <a:ln w="25400">
            <a:solidFill>
              <a:srgbClr val="98C3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Worth It When: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4+ states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transitions would cause data corruption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actions are critical (resources, notifications)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developers will maintain the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machine crosses API boundaries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D19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Might Be Overkill: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states with trivial transitions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entry/exit actions needed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is purely local to one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prototyping and will throw the code away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Places to Audit: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managers (TCP, HTTP, WebSocket)  •  Protocol parsers  •  UI controllers (wizard flows)  •  Game logic  •  Hardware drivers  •  Workflow engines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61AFE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cost: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hours for a typical 5-state machine. The payoff is immediate: entry/exit bugs vanish, invalid transitions throw.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Further Reading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8BC4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Materials: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Guide - Switch to StateMachine.md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fat_p/StateMachine.h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Boost.SML — feature-rich state machine library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Boost.MSM — full UML state chart support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793 TCP State Machine — classic complex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Fat-P vs Boost: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11585"/>
              </p:ext>
            </p:extLst>
          </p:nvPr>
        </p:nvGraphicFramePr>
        <p:xfrm>
          <a:off x="2130056" y="4022740"/>
          <a:ext cx="6400800" cy="103632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Fat-P StateMachine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Boost.SML/MSM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curve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to weeks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messages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static_asserts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Template vomit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5D8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52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Impossible Transition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1828800" cy="54864"/>
          </a:xfrm>
          <a:prstGeom prst="rect">
            <a:avLst/>
          </a:prstGeom>
          <a:solidFill>
            <a:srgbClr val="F5A0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state machines explicit.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compiler catch the easy bugs.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C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generation counters for the hard ones.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2556</Words>
  <Application>Microsoft Office PowerPoint</Application>
  <PresentationFormat>On-screen Show (16:9)</PresentationFormat>
  <Paragraphs>488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Impossible Transition - StateMachine Training</dc:title>
  <dc:subject>PptxGenJS Presentation</dc:subject>
  <dc:creator>Fat-P Team</dc:creator>
  <cp:lastModifiedBy>Matthew Schroeder</cp:lastModifiedBy>
  <cp:revision>2</cp:revision>
  <dcterms:created xsi:type="dcterms:W3CDTF">2026-01-29T08:06:19Z</dcterms:created>
  <dcterms:modified xsi:type="dcterms:W3CDTF">2026-02-05T15:52:03Z</dcterms:modified>
</cp:coreProperties>
</file>