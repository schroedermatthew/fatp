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fd400328b44eca" /><Relationship Type="http://schemas.openxmlformats.org/officeDocument/2006/relationships/extended-properties" Target="/docProps/app.xml" Id="Rf10c1847c291433d" /><Relationship Type="http://schemas.openxmlformats.org/officeDocument/2006/relationships/officeDocument" Target="/ppt/presentation.xml" Id="R849d5cd975494565" /></Relationships>
</file>

<file path=ppt/presentation.xml><?xml version="1.0" encoding="utf-8"?>
<p:presentation xmlns:p="http://schemas.openxmlformats.org/presentationml/2006/main">
  <p:sldMasterIdLst>
    <p:sldMasterId xmlns:r="http://schemas.openxmlformats.org/officeDocument/2006/relationships" id="2147483648" r:id="Rd9c7f27b6f954a29"/>
  </p:sldMasterIdLst>
  <p:notesMasterIdLst>
    <p:notesMasterId xmlns:r="http://schemas.openxmlformats.org/officeDocument/2006/relationships" r:id="Re17e90b2e46a44f5"/>
  </p:notesMasterIdLst>
  <p:sldIdLst>
    <p:sldId xmlns:r="http://schemas.openxmlformats.org/officeDocument/2006/relationships" id="256" r:id="R034070686bd746bb"/>
    <p:sldId xmlns:r="http://schemas.openxmlformats.org/officeDocument/2006/relationships" id="257" r:id="R1f368f6798d74b1e"/>
    <p:sldId xmlns:r="http://schemas.openxmlformats.org/officeDocument/2006/relationships" id="258" r:id="R0cbac00f3cdf4678"/>
    <p:sldId xmlns:r="http://schemas.openxmlformats.org/officeDocument/2006/relationships" id="259" r:id="R3ca46d3d6f4a499f"/>
    <p:sldId xmlns:r="http://schemas.openxmlformats.org/officeDocument/2006/relationships" id="260" r:id="R01425a35d6784393"/>
    <p:sldId xmlns:r="http://schemas.openxmlformats.org/officeDocument/2006/relationships" id="261" r:id="Re11cefdc92234ca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aa3384ca0c41ed" /><Relationship Type="http://schemas.openxmlformats.org/officeDocument/2006/relationships/slideMaster" Target="/ppt/slideMasters/slideMaster1.xml" Id="Rd9c7f27b6f954a29" /><Relationship Type="http://schemas.openxmlformats.org/officeDocument/2006/relationships/notesMaster" Target="/ppt/notesMasters/notesMaster1.xml" Id="Re17e90b2e46a44f5" /><Relationship Type="http://schemas.openxmlformats.org/officeDocument/2006/relationships/presProps" Target="/ppt/presProps.xml" Id="R4e022852b3364a73" /><Relationship Type="http://schemas.openxmlformats.org/officeDocument/2006/relationships/tableStyles" Target="/ppt/tableStyles.xml" Id="R21814dc0e4684528" /><Relationship Type="http://schemas.openxmlformats.org/officeDocument/2006/relationships/slide" Target="/ppt/slides/slide1.xml" Id="R034070686bd746bb" /><Relationship Type="http://schemas.openxmlformats.org/officeDocument/2006/relationships/slide" Target="/ppt/slides/slide2.xml" Id="R1f368f6798d74b1e" /><Relationship Type="http://schemas.openxmlformats.org/officeDocument/2006/relationships/slide" Target="/ppt/slides/slide3.xml" Id="R0cbac00f3cdf4678" /><Relationship Type="http://schemas.openxmlformats.org/officeDocument/2006/relationships/slide" Target="/ppt/slides/slide4.xml" Id="R3ca46d3d6f4a499f" /><Relationship Type="http://schemas.openxmlformats.org/officeDocument/2006/relationships/slide" Target="/ppt/slides/slide5.xml" Id="R01425a35d6784393" /><Relationship Type="http://schemas.openxmlformats.org/officeDocument/2006/relationships/slide" Target="/ppt/slides/slide6.xml" Id="Re11cefdc92234c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1b7370bd6748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cfc80246084798" /><Relationship Type="http://schemas.openxmlformats.org/officeDocument/2006/relationships/notesMaster" Target="/ppt/notesMasters/notesMaster1.xml" Id="R48f89bc0ffc148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2fbe33ba5c4e0e" /><Relationship Type="http://schemas.openxmlformats.org/officeDocument/2006/relationships/notesMaster" Target="/ppt/notesMasters/notesMaster1.xml" Id="Rf52f966f568e49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a43fdf39194e13" /><Relationship Type="http://schemas.openxmlformats.org/officeDocument/2006/relationships/notesMaster" Target="/ppt/notesMasters/notesMaster1.xml" Id="R16baf435122448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2bed70288946ea" /><Relationship Type="http://schemas.openxmlformats.org/officeDocument/2006/relationships/notesMaster" Target="/ppt/notesMasters/notesMaster1.xml" Id="Ra1db62e4a3d347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c6ad12ccc94aa2" /><Relationship Type="http://schemas.openxmlformats.org/officeDocument/2006/relationships/notesMaster" Target="/ppt/notesMasters/notesMaster1.xml" Id="R79b256c721fc41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959525a2d445cb" /><Relationship Type="http://schemas.openxmlformats.org/officeDocument/2006/relationships/notesMaster" Target="/ppt/notesMasters/notesMaster1.xml" Id="Rd2003dbf56f548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Gaming economics built a machine optimized for aggregate throughput: millions of inexpensive cards drawing millions of independent pixels. The audience has already seen that history. Emphasize that CUDA did not change the economics; compute inherited the architecture shaped by games. Small or serial work often loses, sometimes by orders of magnitude. The first question is not how fast the GPU is, but whether the work exposes enough parallelism.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was present before CUDA: every pixel was already decided independently. Section 4 showed floats disguised as colors and matrices as textures. Brook named the stream-and-kernel abstraction; CUDA removed the graphics disguise and made it native. Data-parallel code often ports naturally. Deeply serial code must be rethought rather than translated.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NVIDIA's integrated stack—CUDA plus tuned libraries—became part of the product. Vendor libraries are rewritten for each architecture and are the usual path to specialized units such as tensor cores. On common operations, hand-written kernels often lose to vendor libraries and may age worse across hardware generations. Do not make the claim absolute: custom kernels remain important for fusion, unusual operations, and the glue between library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GPU remains a coprocessor across a bus. The HPC skeptics were right that movement could erase the arithmetic win; it simply was not fatal when workloads kept data resident and did enough work per byte. Use this slide to introduce arithmetic intensity and the roofline vocabulary. A slow GPU port may be a transfer problem, but also acknowledge occupancy, divergence, synchronization, and insufficient parallelism.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every launch has overhead. The structural remedies are batching, fusion, and capture/replay for repeated sequences. Second, precision is a priced choice. The history showed consumer FP64 deliberately segmented from datacenter FP64, while tensor cores created fast lower-precision paths. Precision also changes data movement: halving width doubles the values carried by the same memory traffic. Avoid treating the displayed formats as a universal ranking; the real device and workload decide.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handoff to the technical porting discussions. The goal is not a universal recipe; it is a disciplined first set of questions. Locate the kernel on the roofline. If memory-bound, reduce bytes and preserve residency. If compute-bound, match the mathematical operation and supported formats to the hardware path. If FP64 dominates, inspect the actual device ratio before choosing hardware. If the operation is common, start with the library. Measure before offloading.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00ae1dfaa34c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ca0e3ab30d42ee" /><Relationship Type="http://schemas.openxmlformats.org/officeDocument/2006/relationships/slideLayout" Target="/ppt/slideLayouts/slideLayout1.xml" Id="Rd7a36a00cddf42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a36a00cddf42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c2bd905b7d4a7d" /><Relationship Type="http://schemas.openxmlformats.org/officeDocument/2006/relationships/notesSlide" Target="/ppt/notesSlides/notesSlide1.xml" Id="R41eb6f87439f4d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eb8c2849c6455b" /><Relationship Type="http://schemas.openxmlformats.org/officeDocument/2006/relationships/notesSlide" Target="/ppt/notesSlides/notesSlide2.xml" Id="R95409972e06f4d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a8428481504f49" /><Relationship Type="http://schemas.openxmlformats.org/officeDocument/2006/relationships/notesSlide" Target="/ppt/notesSlides/notesSlide3.xml" Id="R01f2eb007f4340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ad984e68b046c8" /><Relationship Type="http://schemas.openxmlformats.org/officeDocument/2006/relationships/notesSlide" Target="/ppt/notesSlides/notesSlide4.xml" Id="R9cd74046219d45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9379949b7742ad" /><Relationship Type="http://schemas.openxmlformats.org/officeDocument/2006/relationships/notesSlide" Target="/ppt/notesSlides/notesSlide5.xml" Id="Rf34726508a1949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6b7e51c9c24532" /><Relationship Type="http://schemas.openxmlformats.org/officeDocument/2006/relationships/notesSlide" Target="/ppt/notesSlides/notesSlide6.xml" Id="R1648dece0c7c4b5f" /></Relationships>
</file>

<file path=ppt/slides/slide1.xml><?xml version="1.0" encoding="utf-8"?>
<p:sld xmlns:p="http://schemas.openxmlformats.org/presentationml/2006/main">
  <p:cSld>
    <p:bg>
      <p:bgPr>
        <a:solidFill xmlns:a="http://schemas.openxmlformats.org/drawingml/2006/main">
          <a:srgbClr val="0B0B10"/>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63F22C31-0F3D-48B3-86EA-45DA08FCCA71}"/>
              </a:ext>
            </a:extLst>
          </p:cNvPr>
          <p:cNvSpPr>
            <a:spLocks xmlns:a="http://schemas.openxmlformats.org/drawingml/2006/main" noGrp="1"/>
          </p:cNvSpPr>
          <p:nvPr/>
        </p:nvSpPr>
        <p:spPr>
          <a:xfrm xmlns:a="http://schemas.openxmlformats.org/drawingml/2006/main">
            <a:off x="552450" y="228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SECTION 9  ·  WHY THIS MATTERS FOR YOU</a:t>
            </a:r>
          </a:p>
        </p:txBody>
      </p:sp>
      <p:sp>
        <p:nvSpPr>
          <p:cNvPr id="2" name="">
            <a:extLst xmlns:a="http://schemas.openxmlformats.org/drawingml/2006/main">
              <a:ext uri="{FF2B5EF4-FFF2-40B4-BE49-F238E27FC236}">
                <a16:creationId xmlns:a16="http://schemas.microsoft.com/office/drawing/2014/main" id="{8B6D88A7-F0EF-43F4-9FC5-4805608AB62C}"/>
              </a:ext>
            </a:extLst>
          </p:cNvPr>
          <p:cNvSpPr>
            <a:spLocks xmlns:a="http://schemas.openxmlformats.org/drawingml/2006/main" noGrp="1"/>
          </p:cNvSpPr>
          <p:nvPr/>
        </p:nvSpPr>
        <p:spPr>
          <a:xfrm xmlns:a="http://schemas.openxmlformats.org/drawingml/2006/main">
            <a:off x="552450" y="5238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2700" b="1" i="0">
                <a:solidFill>
                  <a:srgbClr val="FFFFFF"/>
                </a:solidFill>
                <a:latin typeface="Courier New"/>
                <a:ea typeface="Courier New"/>
                <a:cs typeface="Courier New"/>
              </a:defRPr>
            </a:pPr>
            <a:r>
              <a:rPr sz="2700" b="1" i="0">
                <a:solidFill>
                  <a:srgbClr val="FFFFFF"/>
                </a:solidFill>
                <a:latin typeface="Courier New"/>
                <a:ea typeface="Courier New"/>
                <a:cs typeface="Courier New"/>
              </a:rPr>
              <a:t>It is a throughput machine</a:t>
            </a:r>
          </a:p>
        </p:txBody>
      </p:sp>
      <p:sp>
        <p:nvSpPr>
          <p:cNvPr id="3" name="">
            <a:extLst xmlns:a="http://schemas.openxmlformats.org/drawingml/2006/main">
              <a:ext uri="{FF2B5EF4-FFF2-40B4-BE49-F238E27FC236}">
                <a16:creationId xmlns:a16="http://schemas.microsoft.com/office/drawing/2014/main" id="{A9E3C7BA-280D-4347-ACC9-684278499FB7}"/>
              </a:ext>
            </a:extLst>
          </p:cNvPr>
          <p:cNvSpPr>
            <a:spLocks xmlns:a="http://schemas.openxmlformats.org/drawingml/2006/main" noGrp="1"/>
          </p:cNvSpPr>
          <p:nvPr/>
        </p:nvSpPr>
        <p:spPr>
          <a:xfrm xmlns:a="http://schemas.openxmlformats.org/drawingml/2006/main">
            <a:off x="10668000" y="190500"/>
            <a:ext cx="95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r">
              <a:defRPr sz="5100" b="1" i="0">
                <a:solidFill>
                  <a:srgbClr val="23232F"/>
                </a:solidFill>
                <a:latin typeface="Courier New"/>
                <a:ea typeface="Courier New"/>
                <a:cs typeface="Courier New"/>
              </a:defRPr>
            </a:pPr>
            <a:r>
              <a:rPr sz="5100" b="1" i="0">
                <a:solidFill>
                  <a:srgbClr val="23232F"/>
                </a:solidFill>
                <a:latin typeface="Courier New"/>
                <a:ea typeface="Courier New"/>
                <a:cs typeface="Courier New"/>
              </a:rPr>
              <a:t>1</a:t>
            </a:r>
          </a:p>
        </p:txBody>
      </p:sp>
      <p:sp>
        <p:nvSpPr>
          <p:cNvPr id="4" name="">
            <a:extLst xmlns:a="http://schemas.openxmlformats.org/drawingml/2006/main">
              <a:ext uri="{FF2B5EF4-FFF2-40B4-BE49-F238E27FC236}">
                <a16:creationId xmlns:a16="http://schemas.microsoft.com/office/drawing/2014/main" id="{C109109E-9311-4AAB-B121-5B7AC6CA6BFC}"/>
              </a:ext>
            </a:extLst>
          </p:cNvPr>
          <p:cNvSpPr>
            <a:spLocks xmlns:a="http://schemas.openxmlformats.org/drawingml/2006/main" noGrp="1"/>
          </p:cNvSpPr>
          <p:nvPr/>
        </p:nvSpPr>
        <p:spPr>
          <a:xfrm xmlns:a="http://schemas.openxmlformats.org/drawingml/2006/main">
            <a:off x="762000" y="14001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63A4FF"/>
                </a:solidFill>
                <a:latin typeface="Courier New"/>
                <a:ea typeface="Courier New"/>
                <a:cs typeface="Courier New"/>
              </a:defRPr>
            </a:pPr>
            <a:r>
              <a:rPr sz="1200" b="1" i="0">
                <a:solidFill>
                  <a:srgbClr val="63A4FF"/>
                </a:solidFill>
                <a:latin typeface="Courier New"/>
                <a:ea typeface="Courier New"/>
                <a:cs typeface="Courier New"/>
              </a:rPr>
              <a:t>FAST PER TASK</a:t>
            </a:r>
          </a:p>
        </p:txBody>
      </p:sp>
      <p:sp>
        <p:nvSpPr>
          <p:cNvPr id="5" name="">
            <a:extLst xmlns:a="http://schemas.openxmlformats.org/drawingml/2006/main">
              <a:ext uri="{FF2B5EF4-FFF2-40B4-BE49-F238E27FC236}">
                <a16:creationId xmlns:a16="http://schemas.microsoft.com/office/drawing/2014/main" id="{4778B755-9E16-493D-A91E-EAF4C6036592}"/>
              </a:ext>
            </a:extLst>
          </p:cNvPr>
          <p:cNvSpPr>
            <a:spLocks xmlns:a="http://schemas.openxmlformats.org/drawingml/2006/main" noGrp="1"/>
          </p:cNvSpPr>
          <p:nvPr/>
        </p:nvSpPr>
        <p:spPr>
          <a:xfrm xmlns:a="http://schemas.openxmlformats.org/drawingml/2006/main">
            <a:off x="5715000" y="140017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3CE8B2"/>
                </a:solidFill>
                <a:latin typeface="Courier New"/>
                <a:ea typeface="Courier New"/>
                <a:cs typeface="Courier New"/>
              </a:defRPr>
            </a:pPr>
            <a:r>
              <a:rPr sz="1200" b="1" i="0">
                <a:solidFill>
                  <a:srgbClr val="3CE8B2"/>
                </a:solidFill>
                <a:latin typeface="Courier New"/>
                <a:ea typeface="Courier New"/>
                <a:cs typeface="Courier New"/>
              </a:rPr>
              <a:t>FAST IN AGGREGATE</a:t>
            </a:r>
          </a:p>
        </p:txBody>
      </p:sp>
      <p:sp>
        <p:nvSpPr>
          <p:cNvPr id="6" name="">
            <a:extLst xmlns:a="http://schemas.openxmlformats.org/drawingml/2006/main">
              <a:ext uri="{FF2B5EF4-FFF2-40B4-BE49-F238E27FC236}">
                <a16:creationId xmlns:a16="http://schemas.microsoft.com/office/drawing/2014/main" id="{4E6891A9-1DC6-45CD-8F53-8154AD8F147E}"/>
              </a:ext>
            </a:extLst>
          </p:cNvPr>
          <p:cNvSpPr>
            <a:spLocks xmlns:a="http://schemas.openxmlformats.org/drawingml/2006/main" noGrp="1"/>
          </p:cNvSpPr>
          <p:nvPr/>
        </p:nvSpPr>
        <p:spPr>
          <a:xfrm xmlns:a="http://schemas.openxmlformats.org/drawingml/2006/main">
            <a:off x="4305300" y="2762250"/>
            <a:ext cx="876300" cy="438150"/>
          </a:xfrm>
          <a:prstGeom xmlns:a="http://schemas.openxmlformats.org/drawingml/2006/main" prst="rightArrow">
            <a:avLst/>
          </a:prstGeom>
          <a:solidFill xmlns:a="http://schemas.openxmlformats.org/drawingml/2006/main">
            <a:srgbClr val="23232F"/>
          </a:solidFill>
          <a:ln xmlns:a="http://schemas.openxmlformats.org/drawingml/2006/main" w="0">
            <a:solidFill>
              <a:srgbClr val="23232F"/>
            </a:solidFill>
            <a:prstDash val="solid"/>
          </a:ln>
        </p:spPr>
      </p:sp>
      <p:sp>
        <p:nvSpPr>
          <p:cNvPr id="7" name="">
            <a:extLst xmlns:a="http://schemas.openxmlformats.org/drawingml/2006/main">
              <a:ext uri="{FF2B5EF4-FFF2-40B4-BE49-F238E27FC236}">
                <a16:creationId xmlns:a16="http://schemas.microsoft.com/office/drawing/2014/main" id="{4A40DC0C-0A83-46FB-8552-7732E29FC04C}"/>
              </a:ext>
            </a:extLst>
          </p:cNvPr>
          <p:cNvSpPr>
            <a:spLocks xmlns:a="http://schemas.openxmlformats.org/drawingml/2006/main" noGrp="1"/>
          </p:cNvSpPr>
          <p:nvPr/>
        </p:nvSpPr>
        <p:spPr>
          <a:xfrm xmlns:a="http://schemas.openxmlformats.org/drawingml/2006/main">
            <a:off x="1190625" y="2047875"/>
            <a:ext cx="2428875" cy="2428875"/>
          </a:xfrm>
          <a:prstGeom xmlns:a="http://schemas.openxmlformats.org/drawingml/2006/main" prst="roundRect">
            <a:avLst>
              <a:gd name="adj" fmla="val 6275"/>
            </a:avLst>
          </a:prstGeom>
          <a:solidFill xmlns:a="http://schemas.openxmlformats.org/drawingml/2006/main">
            <a:srgbClr val="14141D"/>
          </a:solidFill>
          <a:ln xmlns:a="http://schemas.openxmlformats.org/drawingml/2006/main" w="23813">
            <a:solidFill>
              <a:srgbClr val="63A4FF"/>
            </a:solidFill>
            <a:prstDash val="solid"/>
          </a:ln>
        </p:spPr>
      </p:sp>
      <p:sp>
        <p:nvSpPr>
          <p:cNvPr id="8" name="">
            <a:extLst xmlns:a="http://schemas.openxmlformats.org/drawingml/2006/main">
              <a:ext uri="{FF2B5EF4-FFF2-40B4-BE49-F238E27FC236}">
                <a16:creationId xmlns:a16="http://schemas.microsoft.com/office/drawing/2014/main" id="{7D538F7B-4BFD-4487-AAB2-183C8D08CE68}"/>
              </a:ext>
            </a:extLst>
          </p:cNvPr>
          <p:cNvSpPr>
            <a:spLocks xmlns:a="http://schemas.openxmlformats.org/drawingml/2006/main" noGrp="1"/>
          </p:cNvSpPr>
          <p:nvPr/>
        </p:nvSpPr>
        <p:spPr>
          <a:xfrm xmlns:a="http://schemas.openxmlformats.org/drawingml/2006/main">
            <a:off x="1190625" y="2333625"/>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2250" b="1" i="0">
                <a:solidFill>
                  <a:srgbClr val="63A4FF"/>
                </a:solidFill>
                <a:latin typeface="Courier New"/>
                <a:ea typeface="Courier New"/>
                <a:cs typeface="Courier New"/>
              </a:defRPr>
            </a:pPr>
            <a:r>
              <a:rPr sz="2250" b="1" i="0">
                <a:solidFill>
                  <a:srgbClr val="63A4FF"/>
                </a:solidFill>
                <a:latin typeface="Courier New"/>
                <a:ea typeface="Courier New"/>
                <a:cs typeface="Courier New"/>
              </a:rPr>
              <a:t>CPU</a:t>
            </a:r>
          </a:p>
        </p:txBody>
      </p:sp>
      <p:sp>
        <p:nvSpPr>
          <p:cNvPr id="9" name="">
            <a:extLst xmlns:a="http://schemas.openxmlformats.org/drawingml/2006/main">
              <a:ext uri="{FF2B5EF4-FFF2-40B4-BE49-F238E27FC236}">
                <a16:creationId xmlns:a16="http://schemas.microsoft.com/office/drawing/2014/main" id="{BED72102-B4D8-46E1-B3DD-4EE0C97DC7A5}"/>
              </a:ext>
            </a:extLst>
          </p:cNvPr>
          <p:cNvSpPr>
            <a:spLocks xmlns:a="http://schemas.openxmlformats.org/drawingml/2006/main" noGrp="1"/>
          </p:cNvSpPr>
          <p:nvPr/>
        </p:nvSpPr>
        <p:spPr>
          <a:xfrm xmlns:a="http://schemas.openxmlformats.org/drawingml/2006/main">
            <a:off x="1476375" y="2905125"/>
            <a:ext cx="1857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one hard problem</a:t>
            </a:r>
          </a:p>
          <a:p xmlns:a="http://schemas.openxmlformats.org/drawingml/2006/main">
            <a:pPr algn="ctr">
              <a:defRPr sz="1575" b="1" i="0">
                <a:solidFill>
                  <a:srgbClr val="FFFFFF"/>
                </a:solidFill>
                <a:latin typeface="Calibri"/>
                <a:ea typeface="Calibri"/>
                <a:cs typeface="Calibri"/>
              </a:defRPr>
            </a:pPr>
            <a:r>
              <a:rPr sz="1575" b="1" i="0">
                <a:solidFill>
                  <a:srgbClr val="FFFFFF"/>
                </a:solidFill>
                <a:latin typeface="Calibri"/>
                <a:ea typeface="Calibri"/>
                <a:cs typeface="Calibri"/>
              </a:rPr>
              <a:t>as quickly as possible</a:t>
            </a:r>
          </a:p>
        </p:txBody>
      </p:sp>
      <p:sp>
        <p:nvSpPr>
          <p:cNvPr id="10" name="">
            <a:extLst xmlns:a="http://schemas.openxmlformats.org/drawingml/2006/main">
              <a:ext uri="{FF2B5EF4-FFF2-40B4-BE49-F238E27FC236}">
                <a16:creationId xmlns:a16="http://schemas.microsoft.com/office/drawing/2014/main" id="{88D7A014-25BD-40D3-B0E0-EFC1143A4B1B}"/>
              </a:ext>
            </a:extLst>
          </p:cNvPr>
          <p:cNvSpPr>
            <a:spLocks xmlns:a="http://schemas.openxmlformats.org/drawingml/2006/main" noGrp="1"/>
          </p:cNvSpPr>
          <p:nvPr/>
        </p:nvSpPr>
        <p:spPr>
          <a:xfrm xmlns:a="http://schemas.openxmlformats.org/drawingml/2006/main">
            <a:off x="1190625" y="400050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350" b="0" i="0">
                <a:solidFill>
                  <a:srgbClr val="858596"/>
                </a:solidFill>
                <a:latin typeface="Courier New"/>
                <a:ea typeface="Courier New"/>
                <a:cs typeface="Courier New"/>
              </a:defRPr>
            </a:pPr>
            <a:r>
              <a:rPr sz="1350" b="0" i="0">
                <a:solidFill>
                  <a:srgbClr val="858596"/>
                </a:solidFill>
                <a:latin typeface="Courier New"/>
                <a:ea typeface="Courier New"/>
                <a:cs typeface="Courier New"/>
              </a:rPr>
              <a:t>latency</a:t>
            </a:r>
          </a:p>
        </p:txBody>
      </p:sp>
      <p:sp>
        <p:nvSpPr>
          <p:cNvPr id="11" name="">
            <a:extLst xmlns:a="http://schemas.openxmlformats.org/drawingml/2006/main">
              <a:ext uri="{FF2B5EF4-FFF2-40B4-BE49-F238E27FC236}">
                <a16:creationId xmlns:a16="http://schemas.microsoft.com/office/drawing/2014/main" id="{A9A7411B-DD25-4B98-BD4D-9F20933C6950}"/>
              </a:ext>
            </a:extLst>
          </p:cNvPr>
          <p:cNvSpPr>
            <a:spLocks xmlns:a="http://schemas.openxmlformats.org/drawingml/2006/main" noGrp="1"/>
          </p:cNvSpPr>
          <p:nvPr/>
        </p:nvSpPr>
        <p:spPr>
          <a:xfrm xmlns:a="http://schemas.openxmlformats.org/drawingml/2006/main">
            <a:off x="5715000" y="19526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12" name="">
            <a:extLst xmlns:a="http://schemas.openxmlformats.org/drawingml/2006/main">
              <a:ext uri="{FF2B5EF4-FFF2-40B4-BE49-F238E27FC236}">
                <a16:creationId xmlns:a16="http://schemas.microsoft.com/office/drawing/2014/main" id="{828B125B-2B1D-4326-A83A-5035D0F2E9D7}"/>
              </a:ext>
            </a:extLst>
          </p:cNvPr>
          <p:cNvSpPr>
            <a:spLocks xmlns:a="http://schemas.openxmlformats.org/drawingml/2006/main" noGrp="1"/>
          </p:cNvSpPr>
          <p:nvPr/>
        </p:nvSpPr>
        <p:spPr>
          <a:xfrm xmlns:a="http://schemas.openxmlformats.org/drawingml/2006/main">
            <a:off x="62103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13" name="">
            <a:extLst xmlns:a="http://schemas.openxmlformats.org/drawingml/2006/main">
              <a:ext uri="{FF2B5EF4-FFF2-40B4-BE49-F238E27FC236}">
                <a16:creationId xmlns:a16="http://schemas.microsoft.com/office/drawing/2014/main" id="{E88BC68D-F32A-4993-8C18-CB277D7031BF}"/>
              </a:ext>
            </a:extLst>
          </p:cNvPr>
          <p:cNvSpPr>
            <a:spLocks xmlns:a="http://schemas.openxmlformats.org/drawingml/2006/main" noGrp="1"/>
          </p:cNvSpPr>
          <p:nvPr/>
        </p:nvSpPr>
        <p:spPr>
          <a:xfrm xmlns:a="http://schemas.openxmlformats.org/drawingml/2006/main">
            <a:off x="67056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14" name="">
            <a:extLst xmlns:a="http://schemas.openxmlformats.org/drawingml/2006/main">
              <a:ext uri="{FF2B5EF4-FFF2-40B4-BE49-F238E27FC236}">
                <a16:creationId xmlns:a16="http://schemas.microsoft.com/office/drawing/2014/main" id="{5B50F925-1F1F-43FF-8E65-AEFE0CCFC895}"/>
              </a:ext>
            </a:extLst>
          </p:cNvPr>
          <p:cNvSpPr>
            <a:spLocks xmlns:a="http://schemas.openxmlformats.org/drawingml/2006/main" noGrp="1"/>
          </p:cNvSpPr>
          <p:nvPr/>
        </p:nvSpPr>
        <p:spPr>
          <a:xfrm xmlns:a="http://schemas.openxmlformats.org/drawingml/2006/main">
            <a:off x="72009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15" name="">
            <a:extLst xmlns:a="http://schemas.openxmlformats.org/drawingml/2006/main">
              <a:ext uri="{FF2B5EF4-FFF2-40B4-BE49-F238E27FC236}">
                <a16:creationId xmlns:a16="http://schemas.microsoft.com/office/drawing/2014/main" id="{D4D2450F-882C-4AB0-BBC5-202CD91B982B}"/>
              </a:ext>
            </a:extLst>
          </p:cNvPr>
          <p:cNvSpPr>
            <a:spLocks xmlns:a="http://schemas.openxmlformats.org/drawingml/2006/main" noGrp="1"/>
          </p:cNvSpPr>
          <p:nvPr/>
        </p:nvSpPr>
        <p:spPr>
          <a:xfrm xmlns:a="http://schemas.openxmlformats.org/drawingml/2006/main">
            <a:off x="7696200" y="19526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16" name="">
            <a:extLst xmlns:a="http://schemas.openxmlformats.org/drawingml/2006/main">
              <a:ext uri="{FF2B5EF4-FFF2-40B4-BE49-F238E27FC236}">
                <a16:creationId xmlns:a16="http://schemas.microsoft.com/office/drawing/2014/main" id="{AC112BDC-2918-477B-B8B5-3C6304F4D6AF}"/>
              </a:ext>
            </a:extLst>
          </p:cNvPr>
          <p:cNvSpPr>
            <a:spLocks xmlns:a="http://schemas.openxmlformats.org/drawingml/2006/main" noGrp="1"/>
          </p:cNvSpPr>
          <p:nvPr/>
        </p:nvSpPr>
        <p:spPr>
          <a:xfrm xmlns:a="http://schemas.openxmlformats.org/drawingml/2006/main">
            <a:off x="81915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17" name="">
            <a:extLst xmlns:a="http://schemas.openxmlformats.org/drawingml/2006/main">
              <a:ext uri="{FF2B5EF4-FFF2-40B4-BE49-F238E27FC236}">
                <a16:creationId xmlns:a16="http://schemas.microsoft.com/office/drawing/2014/main" id="{D000BBBC-1DA9-44F4-9538-5283612D8A16}"/>
              </a:ext>
            </a:extLst>
          </p:cNvPr>
          <p:cNvSpPr>
            <a:spLocks xmlns:a="http://schemas.openxmlformats.org/drawingml/2006/main" noGrp="1"/>
          </p:cNvSpPr>
          <p:nvPr/>
        </p:nvSpPr>
        <p:spPr>
          <a:xfrm xmlns:a="http://schemas.openxmlformats.org/drawingml/2006/main">
            <a:off x="86868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18" name="">
            <a:extLst xmlns:a="http://schemas.openxmlformats.org/drawingml/2006/main">
              <a:ext uri="{FF2B5EF4-FFF2-40B4-BE49-F238E27FC236}">
                <a16:creationId xmlns:a16="http://schemas.microsoft.com/office/drawing/2014/main" id="{3AF983FB-07FE-48C8-A093-8219C7D1141F}"/>
              </a:ext>
            </a:extLst>
          </p:cNvPr>
          <p:cNvSpPr>
            <a:spLocks xmlns:a="http://schemas.openxmlformats.org/drawingml/2006/main" noGrp="1"/>
          </p:cNvSpPr>
          <p:nvPr/>
        </p:nvSpPr>
        <p:spPr>
          <a:xfrm xmlns:a="http://schemas.openxmlformats.org/drawingml/2006/main">
            <a:off x="91821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19" name="">
            <a:extLst xmlns:a="http://schemas.openxmlformats.org/drawingml/2006/main">
              <a:ext uri="{FF2B5EF4-FFF2-40B4-BE49-F238E27FC236}">
                <a16:creationId xmlns:a16="http://schemas.microsoft.com/office/drawing/2014/main" id="{EC0D53A4-3315-41C9-A681-0DDB251F456F}"/>
              </a:ext>
            </a:extLst>
          </p:cNvPr>
          <p:cNvSpPr>
            <a:spLocks xmlns:a="http://schemas.openxmlformats.org/drawingml/2006/main" noGrp="1"/>
          </p:cNvSpPr>
          <p:nvPr/>
        </p:nvSpPr>
        <p:spPr>
          <a:xfrm xmlns:a="http://schemas.openxmlformats.org/drawingml/2006/main">
            <a:off x="9677400" y="19526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20" name="">
            <a:extLst xmlns:a="http://schemas.openxmlformats.org/drawingml/2006/main">
              <a:ext uri="{FF2B5EF4-FFF2-40B4-BE49-F238E27FC236}">
                <a16:creationId xmlns:a16="http://schemas.microsoft.com/office/drawing/2014/main" id="{CED783EF-DFE1-4860-A82E-272885A43E21}"/>
              </a:ext>
            </a:extLst>
          </p:cNvPr>
          <p:cNvSpPr>
            <a:spLocks xmlns:a="http://schemas.openxmlformats.org/drawingml/2006/main" noGrp="1"/>
          </p:cNvSpPr>
          <p:nvPr/>
        </p:nvSpPr>
        <p:spPr>
          <a:xfrm xmlns:a="http://schemas.openxmlformats.org/drawingml/2006/main">
            <a:off x="10172700" y="19526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1" name="">
            <a:extLst xmlns:a="http://schemas.openxmlformats.org/drawingml/2006/main">
              <a:ext uri="{FF2B5EF4-FFF2-40B4-BE49-F238E27FC236}">
                <a16:creationId xmlns:a16="http://schemas.microsoft.com/office/drawing/2014/main" id="{23456274-50F6-42ED-827F-A78196AE322B}"/>
              </a:ext>
            </a:extLst>
          </p:cNvPr>
          <p:cNvSpPr>
            <a:spLocks xmlns:a="http://schemas.openxmlformats.org/drawingml/2006/main" noGrp="1"/>
          </p:cNvSpPr>
          <p:nvPr/>
        </p:nvSpPr>
        <p:spPr>
          <a:xfrm xmlns:a="http://schemas.openxmlformats.org/drawingml/2006/main">
            <a:off x="57150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2" name="">
            <a:extLst xmlns:a="http://schemas.openxmlformats.org/drawingml/2006/main">
              <a:ext uri="{FF2B5EF4-FFF2-40B4-BE49-F238E27FC236}">
                <a16:creationId xmlns:a16="http://schemas.microsoft.com/office/drawing/2014/main" id="{58C0463A-C84B-4D73-B310-21BA077EAF4B}"/>
              </a:ext>
            </a:extLst>
          </p:cNvPr>
          <p:cNvSpPr>
            <a:spLocks xmlns:a="http://schemas.openxmlformats.org/drawingml/2006/main" noGrp="1"/>
          </p:cNvSpPr>
          <p:nvPr/>
        </p:nvSpPr>
        <p:spPr>
          <a:xfrm xmlns:a="http://schemas.openxmlformats.org/drawingml/2006/main">
            <a:off x="62103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3" name="">
            <a:extLst xmlns:a="http://schemas.openxmlformats.org/drawingml/2006/main">
              <a:ext uri="{FF2B5EF4-FFF2-40B4-BE49-F238E27FC236}">
                <a16:creationId xmlns:a16="http://schemas.microsoft.com/office/drawing/2014/main" id="{B75377BC-A407-419B-86C2-0358311DC926}"/>
              </a:ext>
            </a:extLst>
          </p:cNvPr>
          <p:cNvSpPr>
            <a:spLocks xmlns:a="http://schemas.openxmlformats.org/drawingml/2006/main" noGrp="1"/>
          </p:cNvSpPr>
          <p:nvPr/>
        </p:nvSpPr>
        <p:spPr>
          <a:xfrm xmlns:a="http://schemas.openxmlformats.org/drawingml/2006/main">
            <a:off x="67056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4" name="">
            <a:extLst xmlns:a="http://schemas.openxmlformats.org/drawingml/2006/main">
              <a:ext uri="{FF2B5EF4-FFF2-40B4-BE49-F238E27FC236}">
                <a16:creationId xmlns:a16="http://schemas.microsoft.com/office/drawing/2014/main" id="{46E3341C-B1CD-4186-9066-CC9A6E4A43BA}"/>
              </a:ext>
            </a:extLst>
          </p:cNvPr>
          <p:cNvSpPr>
            <a:spLocks xmlns:a="http://schemas.openxmlformats.org/drawingml/2006/main" noGrp="1"/>
          </p:cNvSpPr>
          <p:nvPr/>
        </p:nvSpPr>
        <p:spPr>
          <a:xfrm xmlns:a="http://schemas.openxmlformats.org/drawingml/2006/main">
            <a:off x="7200900" y="24479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25" name="">
            <a:extLst xmlns:a="http://schemas.openxmlformats.org/drawingml/2006/main">
              <a:ext uri="{FF2B5EF4-FFF2-40B4-BE49-F238E27FC236}">
                <a16:creationId xmlns:a16="http://schemas.microsoft.com/office/drawing/2014/main" id="{6C0BF6A7-1BC9-408E-9412-898E99C2E3C2}"/>
              </a:ext>
            </a:extLst>
          </p:cNvPr>
          <p:cNvSpPr>
            <a:spLocks xmlns:a="http://schemas.openxmlformats.org/drawingml/2006/main" noGrp="1"/>
          </p:cNvSpPr>
          <p:nvPr/>
        </p:nvSpPr>
        <p:spPr>
          <a:xfrm xmlns:a="http://schemas.openxmlformats.org/drawingml/2006/main">
            <a:off x="76962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6" name="">
            <a:extLst xmlns:a="http://schemas.openxmlformats.org/drawingml/2006/main">
              <a:ext uri="{FF2B5EF4-FFF2-40B4-BE49-F238E27FC236}">
                <a16:creationId xmlns:a16="http://schemas.microsoft.com/office/drawing/2014/main" id="{F400F5E2-5751-4E25-9F17-87D45E3A932B}"/>
              </a:ext>
            </a:extLst>
          </p:cNvPr>
          <p:cNvSpPr>
            <a:spLocks xmlns:a="http://schemas.openxmlformats.org/drawingml/2006/main" noGrp="1"/>
          </p:cNvSpPr>
          <p:nvPr/>
        </p:nvSpPr>
        <p:spPr>
          <a:xfrm xmlns:a="http://schemas.openxmlformats.org/drawingml/2006/main">
            <a:off x="81915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7" name="">
            <a:extLst xmlns:a="http://schemas.openxmlformats.org/drawingml/2006/main">
              <a:ext uri="{FF2B5EF4-FFF2-40B4-BE49-F238E27FC236}">
                <a16:creationId xmlns:a16="http://schemas.microsoft.com/office/drawing/2014/main" id="{050413A1-36AB-4EC6-A00F-CB2482DEE8D2}"/>
              </a:ext>
            </a:extLst>
          </p:cNvPr>
          <p:cNvSpPr>
            <a:spLocks xmlns:a="http://schemas.openxmlformats.org/drawingml/2006/main" noGrp="1"/>
          </p:cNvSpPr>
          <p:nvPr/>
        </p:nvSpPr>
        <p:spPr>
          <a:xfrm xmlns:a="http://schemas.openxmlformats.org/drawingml/2006/main">
            <a:off x="86868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28" name="">
            <a:extLst xmlns:a="http://schemas.openxmlformats.org/drawingml/2006/main">
              <a:ext uri="{FF2B5EF4-FFF2-40B4-BE49-F238E27FC236}">
                <a16:creationId xmlns:a16="http://schemas.microsoft.com/office/drawing/2014/main" id="{9AF2B35E-0219-4A0F-A201-EE818F0DB68E}"/>
              </a:ext>
            </a:extLst>
          </p:cNvPr>
          <p:cNvSpPr>
            <a:spLocks xmlns:a="http://schemas.openxmlformats.org/drawingml/2006/main" noGrp="1"/>
          </p:cNvSpPr>
          <p:nvPr/>
        </p:nvSpPr>
        <p:spPr>
          <a:xfrm xmlns:a="http://schemas.openxmlformats.org/drawingml/2006/main">
            <a:off x="9182100" y="24479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29" name="">
            <a:extLst xmlns:a="http://schemas.openxmlformats.org/drawingml/2006/main">
              <a:ext uri="{FF2B5EF4-FFF2-40B4-BE49-F238E27FC236}">
                <a16:creationId xmlns:a16="http://schemas.microsoft.com/office/drawing/2014/main" id="{CC1CD6FC-5262-4D2A-A8D3-16FBDDDE61DF}"/>
              </a:ext>
            </a:extLst>
          </p:cNvPr>
          <p:cNvSpPr>
            <a:spLocks xmlns:a="http://schemas.openxmlformats.org/drawingml/2006/main" noGrp="1"/>
          </p:cNvSpPr>
          <p:nvPr/>
        </p:nvSpPr>
        <p:spPr>
          <a:xfrm xmlns:a="http://schemas.openxmlformats.org/drawingml/2006/main">
            <a:off x="96774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0" name="">
            <a:extLst xmlns:a="http://schemas.openxmlformats.org/drawingml/2006/main">
              <a:ext uri="{FF2B5EF4-FFF2-40B4-BE49-F238E27FC236}">
                <a16:creationId xmlns:a16="http://schemas.microsoft.com/office/drawing/2014/main" id="{F5596FC5-6856-4433-972C-7C0DA385D79A}"/>
              </a:ext>
            </a:extLst>
          </p:cNvPr>
          <p:cNvSpPr>
            <a:spLocks xmlns:a="http://schemas.openxmlformats.org/drawingml/2006/main" noGrp="1"/>
          </p:cNvSpPr>
          <p:nvPr/>
        </p:nvSpPr>
        <p:spPr>
          <a:xfrm xmlns:a="http://schemas.openxmlformats.org/drawingml/2006/main">
            <a:off x="10172700" y="24479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1" name="">
            <a:extLst xmlns:a="http://schemas.openxmlformats.org/drawingml/2006/main">
              <a:ext uri="{FF2B5EF4-FFF2-40B4-BE49-F238E27FC236}">
                <a16:creationId xmlns:a16="http://schemas.microsoft.com/office/drawing/2014/main" id="{4FBCA22C-D97D-4212-9E1E-D399E94C2A99}"/>
              </a:ext>
            </a:extLst>
          </p:cNvPr>
          <p:cNvSpPr>
            <a:spLocks xmlns:a="http://schemas.openxmlformats.org/drawingml/2006/main" noGrp="1"/>
          </p:cNvSpPr>
          <p:nvPr/>
        </p:nvSpPr>
        <p:spPr>
          <a:xfrm xmlns:a="http://schemas.openxmlformats.org/drawingml/2006/main">
            <a:off x="57150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2" name="">
            <a:extLst xmlns:a="http://schemas.openxmlformats.org/drawingml/2006/main">
              <a:ext uri="{FF2B5EF4-FFF2-40B4-BE49-F238E27FC236}">
                <a16:creationId xmlns:a16="http://schemas.microsoft.com/office/drawing/2014/main" id="{6ACDB53C-E6A2-4384-9B02-6F272C766071}"/>
              </a:ext>
            </a:extLst>
          </p:cNvPr>
          <p:cNvSpPr>
            <a:spLocks xmlns:a="http://schemas.openxmlformats.org/drawingml/2006/main" noGrp="1"/>
          </p:cNvSpPr>
          <p:nvPr/>
        </p:nvSpPr>
        <p:spPr>
          <a:xfrm xmlns:a="http://schemas.openxmlformats.org/drawingml/2006/main">
            <a:off x="62103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3" name="">
            <a:extLst xmlns:a="http://schemas.openxmlformats.org/drawingml/2006/main">
              <a:ext uri="{FF2B5EF4-FFF2-40B4-BE49-F238E27FC236}">
                <a16:creationId xmlns:a16="http://schemas.microsoft.com/office/drawing/2014/main" id="{6E9F0C63-EA03-4806-910F-E7899E58ADC9}"/>
              </a:ext>
            </a:extLst>
          </p:cNvPr>
          <p:cNvSpPr>
            <a:spLocks xmlns:a="http://schemas.openxmlformats.org/drawingml/2006/main" noGrp="1"/>
          </p:cNvSpPr>
          <p:nvPr/>
        </p:nvSpPr>
        <p:spPr>
          <a:xfrm xmlns:a="http://schemas.openxmlformats.org/drawingml/2006/main">
            <a:off x="6705600" y="29432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34" name="">
            <a:extLst xmlns:a="http://schemas.openxmlformats.org/drawingml/2006/main">
              <a:ext uri="{FF2B5EF4-FFF2-40B4-BE49-F238E27FC236}">
                <a16:creationId xmlns:a16="http://schemas.microsoft.com/office/drawing/2014/main" id="{0ABFB0C8-3453-4AC1-A201-F51429638EA1}"/>
              </a:ext>
            </a:extLst>
          </p:cNvPr>
          <p:cNvSpPr>
            <a:spLocks xmlns:a="http://schemas.openxmlformats.org/drawingml/2006/main" noGrp="1"/>
          </p:cNvSpPr>
          <p:nvPr/>
        </p:nvSpPr>
        <p:spPr>
          <a:xfrm xmlns:a="http://schemas.openxmlformats.org/drawingml/2006/main">
            <a:off x="72009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5" name="">
            <a:extLst xmlns:a="http://schemas.openxmlformats.org/drawingml/2006/main">
              <a:ext uri="{FF2B5EF4-FFF2-40B4-BE49-F238E27FC236}">
                <a16:creationId xmlns:a16="http://schemas.microsoft.com/office/drawing/2014/main" id="{41FB7F8E-B0A0-4E78-A967-2AD7C564F8E2}"/>
              </a:ext>
            </a:extLst>
          </p:cNvPr>
          <p:cNvSpPr>
            <a:spLocks xmlns:a="http://schemas.openxmlformats.org/drawingml/2006/main" noGrp="1"/>
          </p:cNvSpPr>
          <p:nvPr/>
        </p:nvSpPr>
        <p:spPr>
          <a:xfrm xmlns:a="http://schemas.openxmlformats.org/drawingml/2006/main">
            <a:off x="76962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6" name="">
            <a:extLst xmlns:a="http://schemas.openxmlformats.org/drawingml/2006/main">
              <a:ext uri="{FF2B5EF4-FFF2-40B4-BE49-F238E27FC236}">
                <a16:creationId xmlns:a16="http://schemas.microsoft.com/office/drawing/2014/main" id="{A49D3D3B-1C72-485F-AD91-5C0617C7BD83}"/>
              </a:ext>
            </a:extLst>
          </p:cNvPr>
          <p:cNvSpPr>
            <a:spLocks xmlns:a="http://schemas.openxmlformats.org/drawingml/2006/main" noGrp="1"/>
          </p:cNvSpPr>
          <p:nvPr/>
        </p:nvSpPr>
        <p:spPr>
          <a:xfrm xmlns:a="http://schemas.openxmlformats.org/drawingml/2006/main">
            <a:off x="81915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7" name="">
            <a:extLst xmlns:a="http://schemas.openxmlformats.org/drawingml/2006/main">
              <a:ext uri="{FF2B5EF4-FFF2-40B4-BE49-F238E27FC236}">
                <a16:creationId xmlns:a16="http://schemas.microsoft.com/office/drawing/2014/main" id="{EC985B29-BD40-41CE-A6AA-25718D750B00}"/>
              </a:ext>
            </a:extLst>
          </p:cNvPr>
          <p:cNvSpPr>
            <a:spLocks xmlns:a="http://schemas.openxmlformats.org/drawingml/2006/main" noGrp="1"/>
          </p:cNvSpPr>
          <p:nvPr/>
        </p:nvSpPr>
        <p:spPr>
          <a:xfrm xmlns:a="http://schemas.openxmlformats.org/drawingml/2006/main">
            <a:off x="8686800" y="29432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38" name="">
            <a:extLst xmlns:a="http://schemas.openxmlformats.org/drawingml/2006/main">
              <a:ext uri="{FF2B5EF4-FFF2-40B4-BE49-F238E27FC236}">
                <a16:creationId xmlns:a16="http://schemas.microsoft.com/office/drawing/2014/main" id="{F35A7CC2-EF89-49EE-B370-3F98530F7C3F}"/>
              </a:ext>
            </a:extLst>
          </p:cNvPr>
          <p:cNvSpPr>
            <a:spLocks xmlns:a="http://schemas.openxmlformats.org/drawingml/2006/main" noGrp="1"/>
          </p:cNvSpPr>
          <p:nvPr/>
        </p:nvSpPr>
        <p:spPr>
          <a:xfrm xmlns:a="http://schemas.openxmlformats.org/drawingml/2006/main">
            <a:off x="91821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39" name="">
            <a:extLst xmlns:a="http://schemas.openxmlformats.org/drawingml/2006/main">
              <a:ext uri="{FF2B5EF4-FFF2-40B4-BE49-F238E27FC236}">
                <a16:creationId xmlns:a16="http://schemas.microsoft.com/office/drawing/2014/main" id="{E25B7F68-CFE1-40A7-98EB-F1B749526934}"/>
              </a:ext>
            </a:extLst>
          </p:cNvPr>
          <p:cNvSpPr>
            <a:spLocks xmlns:a="http://schemas.openxmlformats.org/drawingml/2006/main" noGrp="1"/>
          </p:cNvSpPr>
          <p:nvPr/>
        </p:nvSpPr>
        <p:spPr>
          <a:xfrm xmlns:a="http://schemas.openxmlformats.org/drawingml/2006/main">
            <a:off x="96774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0" name="">
            <a:extLst xmlns:a="http://schemas.openxmlformats.org/drawingml/2006/main">
              <a:ext uri="{FF2B5EF4-FFF2-40B4-BE49-F238E27FC236}">
                <a16:creationId xmlns:a16="http://schemas.microsoft.com/office/drawing/2014/main" id="{9328F7E2-BF3C-4669-BCAC-7BD19A5A1E6E}"/>
              </a:ext>
            </a:extLst>
          </p:cNvPr>
          <p:cNvSpPr>
            <a:spLocks xmlns:a="http://schemas.openxmlformats.org/drawingml/2006/main" noGrp="1"/>
          </p:cNvSpPr>
          <p:nvPr/>
        </p:nvSpPr>
        <p:spPr>
          <a:xfrm xmlns:a="http://schemas.openxmlformats.org/drawingml/2006/main">
            <a:off x="10172700" y="29432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1" name="">
            <a:extLst xmlns:a="http://schemas.openxmlformats.org/drawingml/2006/main">
              <a:ext uri="{FF2B5EF4-FFF2-40B4-BE49-F238E27FC236}">
                <a16:creationId xmlns:a16="http://schemas.microsoft.com/office/drawing/2014/main" id="{BBFD1F0A-3D26-4465-B7DF-FEADA75D2D3D}"/>
              </a:ext>
            </a:extLst>
          </p:cNvPr>
          <p:cNvSpPr>
            <a:spLocks xmlns:a="http://schemas.openxmlformats.org/drawingml/2006/main" noGrp="1"/>
          </p:cNvSpPr>
          <p:nvPr/>
        </p:nvSpPr>
        <p:spPr>
          <a:xfrm xmlns:a="http://schemas.openxmlformats.org/drawingml/2006/main">
            <a:off x="57150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2" name="">
            <a:extLst xmlns:a="http://schemas.openxmlformats.org/drawingml/2006/main">
              <a:ext uri="{FF2B5EF4-FFF2-40B4-BE49-F238E27FC236}">
                <a16:creationId xmlns:a16="http://schemas.microsoft.com/office/drawing/2014/main" id="{8A7DB5A5-4963-445C-B5F3-4D34A067A1B7}"/>
              </a:ext>
            </a:extLst>
          </p:cNvPr>
          <p:cNvSpPr>
            <a:spLocks xmlns:a="http://schemas.openxmlformats.org/drawingml/2006/main" noGrp="1"/>
          </p:cNvSpPr>
          <p:nvPr/>
        </p:nvSpPr>
        <p:spPr>
          <a:xfrm xmlns:a="http://schemas.openxmlformats.org/drawingml/2006/main">
            <a:off x="6210300" y="34385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43" name="">
            <a:extLst xmlns:a="http://schemas.openxmlformats.org/drawingml/2006/main">
              <a:ext uri="{FF2B5EF4-FFF2-40B4-BE49-F238E27FC236}">
                <a16:creationId xmlns:a16="http://schemas.microsoft.com/office/drawing/2014/main" id="{3042B00D-F498-41ED-A0A3-802653BD8E76}"/>
              </a:ext>
            </a:extLst>
          </p:cNvPr>
          <p:cNvSpPr>
            <a:spLocks xmlns:a="http://schemas.openxmlformats.org/drawingml/2006/main" noGrp="1"/>
          </p:cNvSpPr>
          <p:nvPr/>
        </p:nvSpPr>
        <p:spPr>
          <a:xfrm xmlns:a="http://schemas.openxmlformats.org/drawingml/2006/main">
            <a:off x="67056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4" name="">
            <a:extLst xmlns:a="http://schemas.openxmlformats.org/drawingml/2006/main">
              <a:ext uri="{FF2B5EF4-FFF2-40B4-BE49-F238E27FC236}">
                <a16:creationId xmlns:a16="http://schemas.microsoft.com/office/drawing/2014/main" id="{3D59D0DD-83A7-453C-BF32-174E778B6883}"/>
              </a:ext>
            </a:extLst>
          </p:cNvPr>
          <p:cNvSpPr>
            <a:spLocks xmlns:a="http://schemas.openxmlformats.org/drawingml/2006/main" noGrp="1"/>
          </p:cNvSpPr>
          <p:nvPr/>
        </p:nvSpPr>
        <p:spPr>
          <a:xfrm xmlns:a="http://schemas.openxmlformats.org/drawingml/2006/main">
            <a:off x="72009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5" name="">
            <a:extLst xmlns:a="http://schemas.openxmlformats.org/drawingml/2006/main">
              <a:ext uri="{FF2B5EF4-FFF2-40B4-BE49-F238E27FC236}">
                <a16:creationId xmlns:a16="http://schemas.microsoft.com/office/drawing/2014/main" id="{3FE21685-EC7C-4E53-B67C-ECCB4D59C71D}"/>
              </a:ext>
            </a:extLst>
          </p:cNvPr>
          <p:cNvSpPr>
            <a:spLocks xmlns:a="http://schemas.openxmlformats.org/drawingml/2006/main" noGrp="1"/>
          </p:cNvSpPr>
          <p:nvPr/>
        </p:nvSpPr>
        <p:spPr>
          <a:xfrm xmlns:a="http://schemas.openxmlformats.org/drawingml/2006/main">
            <a:off x="76962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6" name="">
            <a:extLst xmlns:a="http://schemas.openxmlformats.org/drawingml/2006/main">
              <a:ext uri="{FF2B5EF4-FFF2-40B4-BE49-F238E27FC236}">
                <a16:creationId xmlns:a16="http://schemas.microsoft.com/office/drawing/2014/main" id="{F20A7EF8-F869-42FC-87E5-780968D80D0F}"/>
              </a:ext>
            </a:extLst>
          </p:cNvPr>
          <p:cNvSpPr>
            <a:spLocks xmlns:a="http://schemas.openxmlformats.org/drawingml/2006/main" noGrp="1"/>
          </p:cNvSpPr>
          <p:nvPr/>
        </p:nvSpPr>
        <p:spPr>
          <a:xfrm xmlns:a="http://schemas.openxmlformats.org/drawingml/2006/main">
            <a:off x="8191500" y="34385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47" name="">
            <a:extLst xmlns:a="http://schemas.openxmlformats.org/drawingml/2006/main">
              <a:ext uri="{FF2B5EF4-FFF2-40B4-BE49-F238E27FC236}">
                <a16:creationId xmlns:a16="http://schemas.microsoft.com/office/drawing/2014/main" id="{7FFDA9A7-6027-4C40-842E-4D0A53D11406}"/>
              </a:ext>
            </a:extLst>
          </p:cNvPr>
          <p:cNvSpPr>
            <a:spLocks xmlns:a="http://schemas.openxmlformats.org/drawingml/2006/main" noGrp="1"/>
          </p:cNvSpPr>
          <p:nvPr/>
        </p:nvSpPr>
        <p:spPr>
          <a:xfrm xmlns:a="http://schemas.openxmlformats.org/drawingml/2006/main">
            <a:off x="86868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8" name="">
            <a:extLst xmlns:a="http://schemas.openxmlformats.org/drawingml/2006/main">
              <a:ext uri="{FF2B5EF4-FFF2-40B4-BE49-F238E27FC236}">
                <a16:creationId xmlns:a16="http://schemas.microsoft.com/office/drawing/2014/main" id="{3DC6B509-2FAB-4BDA-96B6-14172DEF15DD}"/>
              </a:ext>
            </a:extLst>
          </p:cNvPr>
          <p:cNvSpPr>
            <a:spLocks xmlns:a="http://schemas.openxmlformats.org/drawingml/2006/main" noGrp="1"/>
          </p:cNvSpPr>
          <p:nvPr/>
        </p:nvSpPr>
        <p:spPr>
          <a:xfrm xmlns:a="http://schemas.openxmlformats.org/drawingml/2006/main">
            <a:off x="91821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49" name="">
            <a:extLst xmlns:a="http://schemas.openxmlformats.org/drawingml/2006/main">
              <a:ext uri="{FF2B5EF4-FFF2-40B4-BE49-F238E27FC236}">
                <a16:creationId xmlns:a16="http://schemas.microsoft.com/office/drawing/2014/main" id="{E1F35E9E-74FA-4F82-B584-E0F3CF7C3462}"/>
              </a:ext>
            </a:extLst>
          </p:cNvPr>
          <p:cNvSpPr>
            <a:spLocks xmlns:a="http://schemas.openxmlformats.org/drawingml/2006/main" noGrp="1"/>
          </p:cNvSpPr>
          <p:nvPr/>
        </p:nvSpPr>
        <p:spPr>
          <a:xfrm xmlns:a="http://schemas.openxmlformats.org/drawingml/2006/main">
            <a:off x="9677400" y="34385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0" name="">
            <a:extLst xmlns:a="http://schemas.openxmlformats.org/drawingml/2006/main">
              <a:ext uri="{FF2B5EF4-FFF2-40B4-BE49-F238E27FC236}">
                <a16:creationId xmlns:a16="http://schemas.microsoft.com/office/drawing/2014/main" id="{AD18ABC2-F9E3-497E-B979-B8E42B9A627C}"/>
              </a:ext>
            </a:extLst>
          </p:cNvPr>
          <p:cNvSpPr>
            <a:spLocks xmlns:a="http://schemas.openxmlformats.org/drawingml/2006/main" noGrp="1"/>
          </p:cNvSpPr>
          <p:nvPr/>
        </p:nvSpPr>
        <p:spPr>
          <a:xfrm xmlns:a="http://schemas.openxmlformats.org/drawingml/2006/main">
            <a:off x="10172700" y="34385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51" name="">
            <a:extLst xmlns:a="http://schemas.openxmlformats.org/drawingml/2006/main">
              <a:ext uri="{FF2B5EF4-FFF2-40B4-BE49-F238E27FC236}">
                <a16:creationId xmlns:a16="http://schemas.microsoft.com/office/drawing/2014/main" id="{CF580C9C-3C9D-4D91-ACAC-911BBA2529A2}"/>
              </a:ext>
            </a:extLst>
          </p:cNvPr>
          <p:cNvSpPr>
            <a:spLocks xmlns:a="http://schemas.openxmlformats.org/drawingml/2006/main" noGrp="1"/>
          </p:cNvSpPr>
          <p:nvPr/>
        </p:nvSpPr>
        <p:spPr>
          <a:xfrm xmlns:a="http://schemas.openxmlformats.org/drawingml/2006/main">
            <a:off x="5715000" y="39338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52" name="">
            <a:extLst xmlns:a="http://schemas.openxmlformats.org/drawingml/2006/main">
              <a:ext uri="{FF2B5EF4-FFF2-40B4-BE49-F238E27FC236}">
                <a16:creationId xmlns:a16="http://schemas.microsoft.com/office/drawing/2014/main" id="{A0059AA1-0BFF-4042-8BD2-B8691CAE637E}"/>
              </a:ext>
            </a:extLst>
          </p:cNvPr>
          <p:cNvSpPr>
            <a:spLocks xmlns:a="http://schemas.openxmlformats.org/drawingml/2006/main" noGrp="1"/>
          </p:cNvSpPr>
          <p:nvPr/>
        </p:nvSpPr>
        <p:spPr>
          <a:xfrm xmlns:a="http://schemas.openxmlformats.org/drawingml/2006/main">
            <a:off x="62103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3" name="">
            <a:extLst xmlns:a="http://schemas.openxmlformats.org/drawingml/2006/main">
              <a:ext uri="{FF2B5EF4-FFF2-40B4-BE49-F238E27FC236}">
                <a16:creationId xmlns:a16="http://schemas.microsoft.com/office/drawing/2014/main" id="{6751DE5A-76EA-444D-8A8A-2FDC3E11C7FD}"/>
              </a:ext>
            </a:extLst>
          </p:cNvPr>
          <p:cNvSpPr>
            <a:spLocks xmlns:a="http://schemas.openxmlformats.org/drawingml/2006/main" noGrp="1"/>
          </p:cNvSpPr>
          <p:nvPr/>
        </p:nvSpPr>
        <p:spPr>
          <a:xfrm xmlns:a="http://schemas.openxmlformats.org/drawingml/2006/main">
            <a:off x="67056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4" name="">
            <a:extLst xmlns:a="http://schemas.openxmlformats.org/drawingml/2006/main">
              <a:ext uri="{FF2B5EF4-FFF2-40B4-BE49-F238E27FC236}">
                <a16:creationId xmlns:a16="http://schemas.microsoft.com/office/drawing/2014/main" id="{3FE82086-A09A-40ED-B21A-06CAD71857D6}"/>
              </a:ext>
            </a:extLst>
          </p:cNvPr>
          <p:cNvSpPr>
            <a:spLocks xmlns:a="http://schemas.openxmlformats.org/drawingml/2006/main" noGrp="1"/>
          </p:cNvSpPr>
          <p:nvPr/>
        </p:nvSpPr>
        <p:spPr>
          <a:xfrm xmlns:a="http://schemas.openxmlformats.org/drawingml/2006/main">
            <a:off x="72009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5" name="">
            <a:extLst xmlns:a="http://schemas.openxmlformats.org/drawingml/2006/main">
              <a:ext uri="{FF2B5EF4-FFF2-40B4-BE49-F238E27FC236}">
                <a16:creationId xmlns:a16="http://schemas.microsoft.com/office/drawing/2014/main" id="{F280A2CF-FB96-4A12-9968-51A4F12B1371}"/>
              </a:ext>
            </a:extLst>
          </p:cNvPr>
          <p:cNvSpPr>
            <a:spLocks xmlns:a="http://schemas.openxmlformats.org/drawingml/2006/main" noGrp="1"/>
          </p:cNvSpPr>
          <p:nvPr/>
        </p:nvSpPr>
        <p:spPr>
          <a:xfrm xmlns:a="http://schemas.openxmlformats.org/drawingml/2006/main">
            <a:off x="7696200" y="39338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56" name="">
            <a:extLst xmlns:a="http://schemas.openxmlformats.org/drawingml/2006/main">
              <a:ext uri="{FF2B5EF4-FFF2-40B4-BE49-F238E27FC236}">
                <a16:creationId xmlns:a16="http://schemas.microsoft.com/office/drawing/2014/main" id="{645D178A-E30B-40D4-859B-92335A3D4C73}"/>
              </a:ext>
            </a:extLst>
          </p:cNvPr>
          <p:cNvSpPr>
            <a:spLocks xmlns:a="http://schemas.openxmlformats.org/drawingml/2006/main" noGrp="1"/>
          </p:cNvSpPr>
          <p:nvPr/>
        </p:nvSpPr>
        <p:spPr>
          <a:xfrm xmlns:a="http://schemas.openxmlformats.org/drawingml/2006/main">
            <a:off x="81915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7" name="">
            <a:extLst xmlns:a="http://schemas.openxmlformats.org/drawingml/2006/main">
              <a:ext uri="{FF2B5EF4-FFF2-40B4-BE49-F238E27FC236}">
                <a16:creationId xmlns:a16="http://schemas.microsoft.com/office/drawing/2014/main" id="{AEAB2255-0763-41D5-8E76-2046777606DA}"/>
              </a:ext>
            </a:extLst>
          </p:cNvPr>
          <p:cNvSpPr>
            <a:spLocks xmlns:a="http://schemas.openxmlformats.org/drawingml/2006/main" noGrp="1"/>
          </p:cNvSpPr>
          <p:nvPr/>
        </p:nvSpPr>
        <p:spPr>
          <a:xfrm xmlns:a="http://schemas.openxmlformats.org/drawingml/2006/main">
            <a:off x="86868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8" name="">
            <a:extLst xmlns:a="http://schemas.openxmlformats.org/drawingml/2006/main">
              <a:ext uri="{FF2B5EF4-FFF2-40B4-BE49-F238E27FC236}">
                <a16:creationId xmlns:a16="http://schemas.microsoft.com/office/drawing/2014/main" id="{5396FEF1-141E-475C-820F-7C319E578ACE}"/>
              </a:ext>
            </a:extLst>
          </p:cNvPr>
          <p:cNvSpPr>
            <a:spLocks xmlns:a="http://schemas.openxmlformats.org/drawingml/2006/main" noGrp="1"/>
          </p:cNvSpPr>
          <p:nvPr/>
        </p:nvSpPr>
        <p:spPr>
          <a:xfrm xmlns:a="http://schemas.openxmlformats.org/drawingml/2006/main">
            <a:off x="91821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59" name="">
            <a:extLst xmlns:a="http://schemas.openxmlformats.org/drawingml/2006/main">
              <a:ext uri="{FF2B5EF4-FFF2-40B4-BE49-F238E27FC236}">
                <a16:creationId xmlns:a16="http://schemas.microsoft.com/office/drawing/2014/main" id="{94AE9E0F-A981-474D-87C6-867EB9CCCACA}"/>
              </a:ext>
            </a:extLst>
          </p:cNvPr>
          <p:cNvSpPr>
            <a:spLocks xmlns:a="http://schemas.openxmlformats.org/drawingml/2006/main" noGrp="1"/>
          </p:cNvSpPr>
          <p:nvPr/>
        </p:nvSpPr>
        <p:spPr>
          <a:xfrm xmlns:a="http://schemas.openxmlformats.org/drawingml/2006/main">
            <a:off x="9677400" y="3933825"/>
            <a:ext cx="400050" cy="400050"/>
          </a:xfrm>
          <a:prstGeom xmlns:a="http://schemas.openxmlformats.org/drawingml/2006/main" prst="roundRect">
            <a:avLst>
              <a:gd name="adj" fmla="val 9524"/>
            </a:avLst>
          </a:prstGeom>
          <a:solidFill xmlns:a="http://schemas.openxmlformats.org/drawingml/2006/main">
            <a:srgbClr val="1D5A4C"/>
          </a:solidFill>
          <a:ln xmlns:a="http://schemas.openxmlformats.org/drawingml/2006/main" w="9525">
            <a:solidFill>
              <a:srgbClr val="3CE8B2"/>
            </a:solidFill>
            <a:prstDash val="solid"/>
          </a:ln>
        </p:spPr>
      </p:sp>
      <p:sp>
        <p:nvSpPr>
          <p:cNvPr id="60" name="">
            <a:extLst xmlns:a="http://schemas.openxmlformats.org/drawingml/2006/main">
              <a:ext uri="{FF2B5EF4-FFF2-40B4-BE49-F238E27FC236}">
                <a16:creationId xmlns:a16="http://schemas.microsoft.com/office/drawing/2014/main" id="{FD4A5C04-B4B1-4F3A-A4C1-DF17C42DBE11}"/>
              </a:ext>
            </a:extLst>
          </p:cNvPr>
          <p:cNvSpPr>
            <a:spLocks xmlns:a="http://schemas.openxmlformats.org/drawingml/2006/main" noGrp="1"/>
          </p:cNvSpPr>
          <p:nvPr/>
        </p:nvSpPr>
        <p:spPr>
          <a:xfrm xmlns:a="http://schemas.openxmlformats.org/drawingml/2006/main">
            <a:off x="10172700" y="3933825"/>
            <a:ext cx="400050" cy="400050"/>
          </a:xfrm>
          <a:prstGeom xmlns:a="http://schemas.openxmlformats.org/drawingml/2006/main" prst="roundRect">
            <a:avLst>
              <a:gd name="adj" fmla="val 9524"/>
            </a:avLst>
          </a:prstGeom>
          <a:solidFill xmlns:a="http://schemas.openxmlformats.org/drawingml/2006/main">
            <a:srgbClr val="153A34"/>
          </a:solidFill>
          <a:ln xmlns:a="http://schemas.openxmlformats.org/drawingml/2006/main" w="9525">
            <a:solidFill>
              <a:srgbClr val="3CE8B2"/>
            </a:solidFill>
            <a:prstDash val="solid"/>
          </a:ln>
        </p:spPr>
      </p:sp>
      <p:sp>
        <p:nvSpPr>
          <p:cNvPr id="61" name="">
            <a:extLst xmlns:a="http://schemas.openxmlformats.org/drawingml/2006/main">
              <a:ext uri="{FF2B5EF4-FFF2-40B4-BE49-F238E27FC236}">
                <a16:creationId xmlns:a16="http://schemas.microsoft.com/office/drawing/2014/main" id="{E9915C90-CC06-4257-B90B-E87F924D3B14}"/>
              </a:ext>
            </a:extLst>
          </p:cNvPr>
          <p:cNvSpPr>
            <a:spLocks xmlns:a="http://schemas.openxmlformats.org/drawingml/2006/main" noGrp="1"/>
          </p:cNvSpPr>
          <p:nvPr/>
        </p:nvSpPr>
        <p:spPr>
          <a:xfrm xmlns:a="http://schemas.openxmlformats.org/drawingml/2006/main">
            <a:off x="5715000" y="457200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2025" b="1" i="0">
                <a:solidFill>
                  <a:srgbClr val="3CE8B2"/>
                </a:solidFill>
                <a:latin typeface="Courier New"/>
                <a:ea typeface="Courier New"/>
                <a:cs typeface="Courier New"/>
              </a:defRPr>
            </a:pPr>
            <a:r>
              <a:rPr sz="2025" b="1" i="0">
                <a:solidFill>
                  <a:srgbClr val="3CE8B2"/>
                </a:solidFill>
                <a:latin typeface="Courier New"/>
                <a:ea typeface="Courier New"/>
                <a:cs typeface="Courier New"/>
              </a:rPr>
              <a:t>GPU</a:t>
            </a:r>
          </a:p>
        </p:txBody>
      </p:sp>
      <p:sp>
        <p:nvSpPr>
          <p:cNvPr id="62" name="">
            <a:extLst xmlns:a="http://schemas.openxmlformats.org/drawingml/2006/main">
              <a:ext uri="{FF2B5EF4-FFF2-40B4-BE49-F238E27FC236}">
                <a16:creationId xmlns:a16="http://schemas.microsoft.com/office/drawing/2014/main" id="{B8CA5ACC-A264-44ED-BE63-AC58F4973B0E}"/>
              </a:ext>
            </a:extLst>
          </p:cNvPr>
          <p:cNvSpPr>
            <a:spLocks xmlns:a="http://schemas.openxmlformats.org/drawingml/2006/main" noGrp="1"/>
          </p:cNvSpPr>
          <p:nvPr/>
        </p:nvSpPr>
        <p:spPr>
          <a:xfrm xmlns:a="http://schemas.openxmlformats.org/drawingml/2006/main">
            <a:off x="5715000" y="4972050"/>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350" b="0" i="0">
                <a:solidFill>
                  <a:srgbClr val="D8D8DE"/>
                </a:solidFill>
                <a:latin typeface="Calibri"/>
                <a:ea typeface="Calibri"/>
                <a:cs typeface="Calibri"/>
              </a:defRPr>
            </a:pPr>
            <a:r>
              <a:rPr sz="1350" b="0" i="0">
                <a:solidFill>
                  <a:srgbClr val="D8D8DE"/>
                </a:solidFill>
                <a:latin typeface="Calibri"/>
                <a:ea typeface="Calibri"/>
                <a:cs typeface="Calibri"/>
              </a:rPr>
              <a:t>millions of independent pixels made latency irrelevant</a:t>
            </a:r>
          </a:p>
        </p:txBody>
      </p:sp>
      <p:sp>
        <p:nvSpPr>
          <p:cNvPr id="63" name="">
            <a:extLst xmlns:a="http://schemas.openxmlformats.org/drawingml/2006/main">
              <a:ext uri="{FF2B5EF4-FFF2-40B4-BE49-F238E27FC236}">
                <a16:creationId xmlns:a16="http://schemas.microsoft.com/office/drawing/2014/main" id="{8942954A-08BC-478C-B0ED-221305966061}"/>
              </a:ext>
            </a:extLst>
          </p:cNvPr>
          <p:cNvSpPr>
            <a:spLocks xmlns:a="http://schemas.openxmlformats.org/drawingml/2006/main" noGrp="1"/>
          </p:cNvSpPr>
          <p:nvPr/>
        </p:nvSpPr>
        <p:spPr>
          <a:xfrm xmlns:a="http://schemas.openxmlformats.org/drawingml/2006/main">
            <a:off x="762000" y="5619750"/>
            <a:ext cx="10287000" cy="552450"/>
          </a:xfrm>
          <a:prstGeom xmlns:a="http://schemas.openxmlformats.org/drawingml/2006/main" prst="roundRect">
            <a:avLst>
              <a:gd name="adj" fmla="val 20690"/>
            </a:avLst>
          </a:prstGeom>
          <a:solidFill xmlns:a="http://schemas.openxmlformats.org/drawingml/2006/main">
            <a:srgbClr val="111821"/>
          </a:solidFill>
          <a:ln xmlns:a="http://schemas.openxmlformats.org/drawingml/2006/main" w="11430">
            <a:solidFill>
              <a:srgbClr val="63A4FF"/>
            </a:solidFill>
            <a:prstDash val="solid"/>
          </a:ln>
        </p:spPr>
      </p:sp>
      <p:sp>
        <p:nvSpPr>
          <p:cNvPr id="64" name="">
            <a:extLst xmlns:a="http://schemas.openxmlformats.org/drawingml/2006/main">
              <a:ext uri="{FF2B5EF4-FFF2-40B4-BE49-F238E27FC236}">
                <a16:creationId xmlns:a16="http://schemas.microsoft.com/office/drawing/2014/main" id="{046A0C0E-4C01-40ED-83BA-2F3AAF6879C4}"/>
              </a:ext>
            </a:extLst>
          </p:cNvPr>
          <p:cNvSpPr>
            <a:spLocks xmlns:a="http://schemas.openxmlformats.org/drawingml/2006/main" noGrp="1"/>
          </p:cNvSpPr>
          <p:nvPr/>
        </p:nvSpPr>
        <p:spPr>
          <a:xfrm xmlns:a="http://schemas.openxmlformats.org/drawingml/2006/main">
            <a:off x="990600" y="57150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125" b="1" i="0">
                <a:solidFill>
                  <a:srgbClr val="63A4FF"/>
                </a:solidFill>
                <a:latin typeface="Courier New"/>
                <a:ea typeface="Courier New"/>
                <a:cs typeface="Courier New"/>
              </a:defRPr>
            </a:pPr>
            <a:r>
              <a:rPr sz="1125" b="1" i="0">
                <a:solidFill>
                  <a:srgbClr val="63A4FF"/>
                </a:solidFill>
                <a:latin typeface="Courier New"/>
                <a:ea typeface="Courier New"/>
                <a:cs typeface="Courier New"/>
              </a:rPr>
              <a:t>FIRST PORTING QUESTION</a:t>
            </a:r>
          </a:p>
        </p:txBody>
      </p:sp>
      <p:sp>
        <p:nvSpPr>
          <p:cNvPr id="65" name="">
            <a:extLst xmlns:a="http://schemas.openxmlformats.org/drawingml/2006/main">
              <a:ext uri="{FF2B5EF4-FFF2-40B4-BE49-F238E27FC236}">
                <a16:creationId xmlns:a16="http://schemas.microsoft.com/office/drawing/2014/main" id="{298F4482-CA25-43F1-B6AD-BB9F08693B20}"/>
              </a:ext>
            </a:extLst>
          </p:cNvPr>
          <p:cNvSpPr>
            <a:spLocks xmlns:a="http://schemas.openxmlformats.org/drawingml/2006/main" noGrp="1"/>
          </p:cNvSpPr>
          <p:nvPr/>
        </p:nvSpPr>
        <p:spPr>
          <a:xfrm xmlns:a="http://schemas.openxmlformats.org/drawingml/2006/main">
            <a:off x="3333750" y="5676900"/>
            <a:ext cx="733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800" b="1" i="0">
                <a:solidFill>
                  <a:srgbClr val="FFFFFF"/>
                </a:solidFill>
                <a:latin typeface="Calibri"/>
                <a:ea typeface="Calibri"/>
                <a:cs typeface="Calibri"/>
              </a:defRPr>
            </a:pPr>
            <a:r>
              <a:rPr sz="1800" b="1" i="0">
                <a:solidFill>
                  <a:srgbClr val="FFFFFF"/>
                </a:solidFill>
                <a:latin typeface="Calibri"/>
                <a:ea typeface="Calibri"/>
                <a:cs typeface="Calibri"/>
              </a:rPr>
              <a:t>Is there enough independent work to be worth the trip?</a:t>
            </a:r>
          </a:p>
        </p:txBody>
      </p:sp>
    </p:spTree>
    <p:extLst>
      <p:ext uri="{BB962C8B-B14F-4D97-AF65-F5344CB8AC3E}">
        <p14:creationId xmlns:p14="http://schemas.microsoft.com/office/powerpoint/2010/main" val="150161417"/>
      </p:ext>
    </p:extLst>
  </p:cSld>
</p:sld>
</file>

<file path=ppt/slides/slide2.xml><?xml version="1.0" encoding="utf-8"?>
<p:sld xmlns:p="http://schemas.openxmlformats.org/presentationml/2006/main">
  <p:cSld>
    <p:bg>
      <p:bgPr>
        <a:solidFill xmlns:a="http://schemas.openxmlformats.org/drawingml/2006/main">
          <a:srgbClr val="0B0B10"/>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082578B6-FB5D-4262-838E-AB90F423A190}"/>
              </a:ext>
            </a:extLst>
          </p:cNvPr>
          <p:cNvSpPr>
            <a:spLocks xmlns:a="http://schemas.openxmlformats.org/drawingml/2006/main" noGrp="1"/>
          </p:cNvSpPr>
          <p:nvPr/>
        </p:nvSpPr>
        <p:spPr>
          <a:xfrm xmlns:a="http://schemas.openxmlformats.org/drawingml/2006/main">
            <a:off x="552450" y="228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SECTION 9  ·  WHY THIS MATTERS FOR YOU</a:t>
            </a:r>
          </a:p>
        </p:txBody>
      </p:sp>
      <p:sp>
        <p:nvSpPr>
          <p:cNvPr id="2" name="">
            <a:extLst xmlns:a="http://schemas.openxmlformats.org/drawingml/2006/main">
              <a:ext uri="{FF2B5EF4-FFF2-40B4-BE49-F238E27FC236}">
                <a16:creationId xmlns:a16="http://schemas.microsoft.com/office/drawing/2014/main" id="{528007F5-1B2A-4649-9CB6-66A9A586DCB4}"/>
              </a:ext>
            </a:extLst>
          </p:cNvPr>
          <p:cNvSpPr>
            <a:spLocks xmlns:a="http://schemas.openxmlformats.org/drawingml/2006/main" noGrp="1"/>
          </p:cNvSpPr>
          <p:nvPr/>
        </p:nvSpPr>
        <p:spPr>
          <a:xfrm xmlns:a="http://schemas.openxmlformats.org/drawingml/2006/main">
            <a:off x="552450" y="5238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2700" b="1" i="0">
                <a:solidFill>
                  <a:srgbClr val="FFFFFF"/>
                </a:solidFill>
                <a:latin typeface="Courier New"/>
                <a:ea typeface="Courier New"/>
                <a:cs typeface="Courier New"/>
              </a:defRPr>
            </a:pPr>
            <a:r>
              <a:rPr sz="2700" b="1" i="0">
                <a:solidFill>
                  <a:srgbClr val="FFFFFF"/>
                </a:solidFill>
                <a:latin typeface="Courier New"/>
                <a:ea typeface="Courier New"/>
                <a:cs typeface="Courier New"/>
              </a:rPr>
              <a:t>The programming model is the hardware</a:t>
            </a:r>
          </a:p>
        </p:txBody>
      </p:sp>
      <p:sp>
        <p:nvSpPr>
          <p:cNvPr id="3" name="">
            <a:extLst xmlns:a="http://schemas.openxmlformats.org/drawingml/2006/main">
              <a:ext uri="{FF2B5EF4-FFF2-40B4-BE49-F238E27FC236}">
                <a16:creationId xmlns:a16="http://schemas.microsoft.com/office/drawing/2014/main" id="{518A4DD5-8EB0-42B1-A1B5-40980B334CA1}"/>
              </a:ext>
            </a:extLst>
          </p:cNvPr>
          <p:cNvSpPr>
            <a:spLocks xmlns:a="http://schemas.openxmlformats.org/drawingml/2006/main" noGrp="1"/>
          </p:cNvSpPr>
          <p:nvPr/>
        </p:nvSpPr>
        <p:spPr>
          <a:xfrm xmlns:a="http://schemas.openxmlformats.org/drawingml/2006/main">
            <a:off x="10668000" y="190500"/>
            <a:ext cx="95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r">
              <a:defRPr sz="5100" b="1" i="0">
                <a:solidFill>
                  <a:srgbClr val="23232F"/>
                </a:solidFill>
                <a:latin typeface="Courier New"/>
                <a:ea typeface="Courier New"/>
                <a:cs typeface="Courier New"/>
              </a:defRPr>
            </a:pPr>
            <a:r>
              <a:rPr sz="5100" b="1" i="0">
                <a:solidFill>
                  <a:srgbClr val="23232F"/>
                </a:solidFill>
                <a:latin typeface="Courier New"/>
                <a:ea typeface="Courier New"/>
                <a:cs typeface="Courier New"/>
              </a:rPr>
              <a:t>2</a:t>
            </a:r>
          </a:p>
        </p:txBody>
      </p:sp>
      <p:sp>
        <p:nvSpPr>
          <p:cNvPr id="4" name="">
            <a:extLst xmlns:a="http://schemas.openxmlformats.org/drawingml/2006/main">
              <a:ext uri="{FF2B5EF4-FFF2-40B4-BE49-F238E27FC236}">
                <a16:creationId xmlns:a16="http://schemas.microsoft.com/office/drawing/2014/main" id="{91DC2C43-FDF1-4051-852A-442B80A57617}"/>
              </a:ext>
            </a:extLst>
          </p:cNvPr>
          <p:cNvSpPr>
            <a:spLocks xmlns:a="http://schemas.openxmlformats.org/drawingml/2006/main" noGrp="1"/>
          </p:cNvSpPr>
          <p:nvPr/>
        </p:nvSpPr>
        <p:spPr>
          <a:xfrm xmlns:a="http://schemas.openxmlformats.org/drawingml/2006/main">
            <a:off x="742950" y="13811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WRITE ONCE</a:t>
            </a:r>
          </a:p>
        </p:txBody>
      </p:sp>
      <p:sp>
        <p:nvSpPr>
          <p:cNvPr id="5" name="">
            <a:extLst xmlns:a="http://schemas.openxmlformats.org/drawingml/2006/main">
              <a:ext uri="{FF2B5EF4-FFF2-40B4-BE49-F238E27FC236}">
                <a16:creationId xmlns:a16="http://schemas.microsoft.com/office/drawing/2014/main" id="{DADAED49-CA28-48C5-A5E8-7E9A170A4FB5}"/>
              </a:ext>
            </a:extLst>
          </p:cNvPr>
          <p:cNvSpPr>
            <a:spLocks xmlns:a="http://schemas.openxmlformats.org/drawingml/2006/main" noGrp="1"/>
          </p:cNvSpPr>
          <p:nvPr/>
        </p:nvSpPr>
        <p:spPr>
          <a:xfrm xmlns:a="http://schemas.openxmlformats.org/drawingml/2006/main">
            <a:off x="742950" y="1762125"/>
            <a:ext cx="3476625" cy="2571750"/>
          </a:xfrm>
          <a:prstGeom xmlns:a="http://schemas.openxmlformats.org/drawingml/2006/main" prst="roundRect">
            <a:avLst>
              <a:gd name="adj" fmla="val 4444"/>
            </a:avLst>
          </a:prstGeom>
          <a:solidFill xmlns:a="http://schemas.openxmlformats.org/drawingml/2006/main">
            <a:srgbClr val="101018"/>
          </a:solidFill>
          <a:ln xmlns:a="http://schemas.openxmlformats.org/drawingml/2006/main" w="19050">
            <a:solidFill>
              <a:srgbClr val="E8A832"/>
            </a:solidFill>
            <a:prstDash val="solid"/>
          </a:ln>
        </p:spPr>
      </p:sp>
      <p:sp>
        <p:nvSpPr>
          <p:cNvPr id="6" name="">
            <a:extLst xmlns:a="http://schemas.openxmlformats.org/drawingml/2006/main">
              <a:ext uri="{FF2B5EF4-FFF2-40B4-BE49-F238E27FC236}">
                <a16:creationId xmlns:a16="http://schemas.microsoft.com/office/drawing/2014/main" id="{1AF0A1AD-581D-40E6-852E-B3C567FC3A77}"/>
              </a:ext>
            </a:extLst>
          </p:cNvPr>
          <p:cNvSpPr>
            <a:spLocks xmlns:a="http://schemas.openxmlformats.org/drawingml/2006/main" noGrp="1"/>
          </p:cNvSpPr>
          <p:nvPr/>
        </p:nvSpPr>
        <p:spPr>
          <a:xfrm xmlns:a="http://schemas.openxmlformats.org/drawingml/2006/main">
            <a:off x="1047750" y="2143125"/>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kernel update(i)</a:t>
            </a:r>
          </a:p>
          <a:p xmlns:a="http://schemas.openxmlformats.org/drawingml/2006/main">
            <a:pPr algn="l">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a:p xmlns:a="http://schemas.openxmlformats.org/drawingml/2006/main">
            <a:pPr algn="l">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y[i] = a*x[i] + y[i];</a:t>
            </a:r>
          </a:p>
          <a:p xmlns:a="http://schemas.openxmlformats.org/drawingml/2006/main">
            <a:pPr algn="l">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p:txBody>
      </p:sp>
      <p:sp>
        <p:nvSpPr>
          <p:cNvPr id="7" name="">
            <a:extLst xmlns:a="http://schemas.openxmlformats.org/drawingml/2006/main">
              <a:ext uri="{FF2B5EF4-FFF2-40B4-BE49-F238E27FC236}">
                <a16:creationId xmlns:a16="http://schemas.microsoft.com/office/drawing/2014/main" id="{313B5FA5-A856-433F-A0A8-17D1DD6F110A}"/>
              </a:ext>
            </a:extLst>
          </p:cNvPr>
          <p:cNvSpPr>
            <a:spLocks xmlns:a="http://schemas.openxmlformats.org/drawingml/2006/main" noGrp="1"/>
          </p:cNvSpPr>
          <p:nvPr/>
        </p:nvSpPr>
        <p:spPr>
          <a:xfrm xmlns:a="http://schemas.openxmlformats.org/drawingml/2006/main">
            <a:off x="742950" y="4457700"/>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500" b="1" i="0">
                <a:solidFill>
                  <a:srgbClr val="E8A832"/>
                </a:solidFill>
                <a:latin typeface="Calibri"/>
                <a:ea typeface="Calibri"/>
                <a:cs typeface="Calibri"/>
              </a:defRPr>
            </a:pPr>
            <a:r>
              <a:rPr sz="1500" b="1" i="0">
                <a:solidFill>
                  <a:srgbClr val="E8A832"/>
                </a:solidFill>
                <a:latin typeface="Calibri"/>
                <a:ea typeface="Calibri"/>
                <a:cs typeface="Calibri"/>
              </a:rPr>
              <a:t>one function</a:t>
            </a:r>
          </a:p>
        </p:txBody>
      </p:sp>
      <p:sp>
        <p:nvSpPr>
          <p:cNvPr id="8" name="">
            <a:extLst xmlns:a="http://schemas.openxmlformats.org/drawingml/2006/main">
              <a:ext uri="{FF2B5EF4-FFF2-40B4-BE49-F238E27FC236}">
                <a16:creationId xmlns:a16="http://schemas.microsoft.com/office/drawing/2014/main" id="{44B500D2-7017-4064-A7D9-F25EC7082639}"/>
              </a:ext>
            </a:extLst>
          </p:cNvPr>
          <p:cNvSpPr>
            <a:spLocks xmlns:a="http://schemas.openxmlformats.org/drawingml/2006/main" noGrp="1"/>
          </p:cNvSpPr>
          <p:nvPr/>
        </p:nvSpPr>
        <p:spPr>
          <a:xfrm xmlns:a="http://schemas.openxmlformats.org/drawingml/2006/main">
            <a:off x="4429125" y="2743200"/>
            <a:ext cx="1066800" cy="457200"/>
          </a:xfrm>
          <a:prstGeom xmlns:a="http://schemas.openxmlformats.org/drawingml/2006/main" prst="rightArrow">
            <a:avLst/>
          </a:prstGeom>
          <a:solidFill xmlns:a="http://schemas.openxmlformats.org/drawingml/2006/main">
            <a:srgbClr val="E8A832"/>
          </a:solidFill>
          <a:ln xmlns:a="http://schemas.openxmlformats.org/drawingml/2006/main" w="0">
            <a:solidFill>
              <a:srgbClr val="E8A832"/>
            </a:solidFill>
            <a:prstDash val="solid"/>
          </a:ln>
        </p:spPr>
      </p:sp>
      <p:sp>
        <p:nvSpPr>
          <p:cNvPr id="9" name="">
            <a:extLst xmlns:a="http://schemas.openxmlformats.org/drawingml/2006/main">
              <a:ext uri="{FF2B5EF4-FFF2-40B4-BE49-F238E27FC236}">
                <a16:creationId xmlns:a16="http://schemas.microsoft.com/office/drawing/2014/main" id="{B6C2210D-92CF-40D8-B9F9-F71FFA3CB84D}"/>
              </a:ext>
            </a:extLst>
          </p:cNvPr>
          <p:cNvSpPr>
            <a:spLocks xmlns:a="http://schemas.openxmlformats.org/drawingml/2006/main" noGrp="1"/>
          </p:cNvSpPr>
          <p:nvPr/>
        </p:nvSpPr>
        <p:spPr>
          <a:xfrm xmlns:a="http://schemas.openxmlformats.org/drawingml/2006/main">
            <a:off x="5810250" y="13811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3CE8B2"/>
                </a:solidFill>
                <a:latin typeface="Courier New"/>
                <a:ea typeface="Courier New"/>
                <a:cs typeface="Courier New"/>
              </a:defRPr>
            </a:pPr>
            <a:r>
              <a:rPr sz="1200" b="1" i="0">
                <a:solidFill>
                  <a:srgbClr val="3CE8B2"/>
                </a:solidFill>
                <a:latin typeface="Courier New"/>
                <a:ea typeface="Courier New"/>
                <a:cs typeface="Courier New"/>
              </a:rPr>
              <a:t>RUN EVERYWHERE</a:t>
            </a:r>
          </a:p>
        </p:txBody>
      </p:sp>
      <p:sp>
        <p:nvSpPr>
          <p:cNvPr id="10" name="">
            <a:extLst xmlns:a="http://schemas.openxmlformats.org/drawingml/2006/main">
              <a:ext uri="{FF2B5EF4-FFF2-40B4-BE49-F238E27FC236}">
                <a16:creationId xmlns:a16="http://schemas.microsoft.com/office/drawing/2014/main" id="{FCE3B020-4F25-42B6-BAC5-DAE15CA652CC}"/>
              </a:ext>
            </a:extLst>
          </p:cNvPr>
          <p:cNvSpPr>
            <a:spLocks xmlns:a="http://schemas.openxmlformats.org/drawingml/2006/main" noGrp="1"/>
          </p:cNvSpPr>
          <p:nvPr/>
        </p:nvSpPr>
        <p:spPr>
          <a:xfrm xmlns:a="http://schemas.openxmlformats.org/drawingml/2006/main">
            <a:off x="5905500" y="1809750"/>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i0</a:t>
            </a:r>
          </a:p>
        </p:txBody>
      </p:sp>
      <p:sp>
        <p:nvSpPr>
          <p:cNvPr id="11" name="">
            <a:extLst xmlns:a="http://schemas.openxmlformats.org/drawingml/2006/main">
              <a:ext uri="{FF2B5EF4-FFF2-40B4-BE49-F238E27FC236}">
                <a16:creationId xmlns:a16="http://schemas.microsoft.com/office/drawing/2014/main" id="{436EF3BD-DA40-44B1-B188-663F3F08772A}"/>
              </a:ext>
            </a:extLst>
          </p:cNvPr>
          <p:cNvSpPr>
            <a:spLocks xmlns:a="http://schemas.openxmlformats.org/drawingml/2006/main" noGrp="1"/>
          </p:cNvSpPr>
          <p:nvPr/>
        </p:nvSpPr>
        <p:spPr>
          <a:xfrm xmlns:a="http://schemas.openxmlformats.org/drawingml/2006/main">
            <a:off x="6505575" y="18097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a:t>
            </a:r>
          </a:p>
        </p:txBody>
      </p:sp>
      <p:sp>
        <p:nvSpPr>
          <p:cNvPr id="12" name="">
            <a:extLst xmlns:a="http://schemas.openxmlformats.org/drawingml/2006/main">
              <a:ext uri="{FF2B5EF4-FFF2-40B4-BE49-F238E27FC236}">
                <a16:creationId xmlns:a16="http://schemas.microsoft.com/office/drawing/2014/main" id="{A639C790-0A7D-4EC3-96E3-85C3F16A6D9F}"/>
              </a:ext>
            </a:extLst>
          </p:cNvPr>
          <p:cNvSpPr>
            <a:spLocks xmlns:a="http://schemas.openxmlformats.org/drawingml/2006/main" noGrp="1"/>
          </p:cNvSpPr>
          <p:nvPr/>
        </p:nvSpPr>
        <p:spPr>
          <a:xfrm xmlns:a="http://schemas.openxmlformats.org/drawingml/2006/main">
            <a:off x="7105650" y="18097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a:t>
            </a:r>
          </a:p>
        </p:txBody>
      </p:sp>
      <p:sp>
        <p:nvSpPr>
          <p:cNvPr id="13" name="">
            <a:extLst xmlns:a="http://schemas.openxmlformats.org/drawingml/2006/main">
              <a:ext uri="{FF2B5EF4-FFF2-40B4-BE49-F238E27FC236}">
                <a16:creationId xmlns:a16="http://schemas.microsoft.com/office/drawing/2014/main" id="{61F88229-5D28-47B1-9227-4230AD0A1516}"/>
              </a:ext>
            </a:extLst>
          </p:cNvPr>
          <p:cNvSpPr>
            <a:spLocks xmlns:a="http://schemas.openxmlformats.org/drawingml/2006/main" noGrp="1"/>
          </p:cNvSpPr>
          <p:nvPr/>
        </p:nvSpPr>
        <p:spPr>
          <a:xfrm xmlns:a="http://schemas.openxmlformats.org/drawingml/2006/main">
            <a:off x="7705725" y="18097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a:t>
            </a:r>
          </a:p>
        </p:txBody>
      </p:sp>
      <p:sp>
        <p:nvSpPr>
          <p:cNvPr id="14" name="">
            <a:extLst xmlns:a="http://schemas.openxmlformats.org/drawingml/2006/main">
              <a:ext uri="{FF2B5EF4-FFF2-40B4-BE49-F238E27FC236}">
                <a16:creationId xmlns:a16="http://schemas.microsoft.com/office/drawing/2014/main" id="{186DD117-7A6D-422D-9674-CE00A720D867}"/>
              </a:ext>
            </a:extLst>
          </p:cNvPr>
          <p:cNvSpPr>
            <a:spLocks xmlns:a="http://schemas.openxmlformats.org/drawingml/2006/main" noGrp="1"/>
          </p:cNvSpPr>
          <p:nvPr/>
        </p:nvSpPr>
        <p:spPr>
          <a:xfrm xmlns:a="http://schemas.openxmlformats.org/drawingml/2006/main">
            <a:off x="8305800" y="18097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a:t>
            </a:r>
          </a:p>
        </p:txBody>
      </p:sp>
      <p:sp>
        <p:nvSpPr>
          <p:cNvPr id="15" name="">
            <a:extLst xmlns:a="http://schemas.openxmlformats.org/drawingml/2006/main">
              <a:ext uri="{FF2B5EF4-FFF2-40B4-BE49-F238E27FC236}">
                <a16:creationId xmlns:a16="http://schemas.microsoft.com/office/drawing/2014/main" id="{2525D0FE-F946-40B9-83BD-D3D811FF1FE0}"/>
              </a:ext>
            </a:extLst>
          </p:cNvPr>
          <p:cNvSpPr>
            <a:spLocks xmlns:a="http://schemas.openxmlformats.org/drawingml/2006/main" noGrp="1"/>
          </p:cNvSpPr>
          <p:nvPr/>
        </p:nvSpPr>
        <p:spPr>
          <a:xfrm xmlns:a="http://schemas.openxmlformats.org/drawingml/2006/main">
            <a:off x="8905875" y="18097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i5</a:t>
            </a:r>
          </a:p>
        </p:txBody>
      </p:sp>
      <p:sp>
        <p:nvSpPr>
          <p:cNvPr id="16" name="">
            <a:extLst xmlns:a="http://schemas.openxmlformats.org/drawingml/2006/main">
              <a:ext uri="{FF2B5EF4-FFF2-40B4-BE49-F238E27FC236}">
                <a16:creationId xmlns:a16="http://schemas.microsoft.com/office/drawing/2014/main" id="{D0FEC2D6-4160-4B13-AA76-D76353B061D9}"/>
              </a:ext>
            </a:extLst>
          </p:cNvPr>
          <p:cNvSpPr>
            <a:spLocks xmlns:a="http://schemas.openxmlformats.org/drawingml/2006/main" noGrp="1"/>
          </p:cNvSpPr>
          <p:nvPr/>
        </p:nvSpPr>
        <p:spPr>
          <a:xfrm xmlns:a="http://schemas.openxmlformats.org/drawingml/2006/main">
            <a:off x="9505950" y="18097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i6</a:t>
            </a:r>
          </a:p>
        </p:txBody>
      </p:sp>
      <p:sp>
        <p:nvSpPr>
          <p:cNvPr id="17" name="">
            <a:extLst xmlns:a="http://schemas.openxmlformats.org/drawingml/2006/main">
              <a:ext uri="{FF2B5EF4-FFF2-40B4-BE49-F238E27FC236}">
                <a16:creationId xmlns:a16="http://schemas.microsoft.com/office/drawing/2014/main" id="{91785C25-72CA-4F36-808E-55C3D3B1FDA0}"/>
              </a:ext>
            </a:extLst>
          </p:cNvPr>
          <p:cNvSpPr>
            <a:spLocks xmlns:a="http://schemas.openxmlformats.org/drawingml/2006/main" noGrp="1"/>
          </p:cNvSpPr>
          <p:nvPr/>
        </p:nvSpPr>
        <p:spPr>
          <a:xfrm xmlns:a="http://schemas.openxmlformats.org/drawingml/2006/main">
            <a:off x="10106025" y="1809750"/>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i7</a:t>
            </a:r>
          </a:p>
        </p:txBody>
      </p:sp>
      <p:sp>
        <p:nvSpPr>
          <p:cNvPr id="18" name="">
            <a:extLst xmlns:a="http://schemas.openxmlformats.org/drawingml/2006/main">
              <a:ext uri="{FF2B5EF4-FFF2-40B4-BE49-F238E27FC236}">
                <a16:creationId xmlns:a16="http://schemas.microsoft.com/office/drawing/2014/main" id="{FB32B725-C945-4F15-A0EE-920FD6BC680A}"/>
              </a:ext>
            </a:extLst>
          </p:cNvPr>
          <p:cNvSpPr>
            <a:spLocks xmlns:a="http://schemas.openxmlformats.org/drawingml/2006/main" noGrp="1"/>
          </p:cNvSpPr>
          <p:nvPr/>
        </p:nvSpPr>
        <p:spPr>
          <a:xfrm xmlns:a="http://schemas.openxmlformats.org/drawingml/2006/main">
            <a:off x="5905500"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i8</a:t>
            </a:r>
          </a:p>
        </p:txBody>
      </p:sp>
      <p:sp>
        <p:nvSpPr>
          <p:cNvPr id="19" name="">
            <a:extLst xmlns:a="http://schemas.openxmlformats.org/drawingml/2006/main">
              <a:ext uri="{FF2B5EF4-FFF2-40B4-BE49-F238E27FC236}">
                <a16:creationId xmlns:a16="http://schemas.microsoft.com/office/drawing/2014/main" id="{6ACB70E1-72BA-4332-94F7-3498A31BED07}"/>
              </a:ext>
            </a:extLst>
          </p:cNvPr>
          <p:cNvSpPr>
            <a:spLocks xmlns:a="http://schemas.openxmlformats.org/drawingml/2006/main" noGrp="1"/>
          </p:cNvSpPr>
          <p:nvPr/>
        </p:nvSpPr>
        <p:spPr>
          <a:xfrm xmlns:a="http://schemas.openxmlformats.org/drawingml/2006/main">
            <a:off x="6505575"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i9</a:t>
            </a:r>
          </a:p>
        </p:txBody>
      </p:sp>
      <p:sp>
        <p:nvSpPr>
          <p:cNvPr id="20" name="">
            <a:extLst xmlns:a="http://schemas.openxmlformats.org/drawingml/2006/main">
              <a:ext uri="{FF2B5EF4-FFF2-40B4-BE49-F238E27FC236}">
                <a16:creationId xmlns:a16="http://schemas.microsoft.com/office/drawing/2014/main" id="{8557DD77-CCB6-4675-8641-F1E430670EC7}"/>
              </a:ext>
            </a:extLst>
          </p:cNvPr>
          <p:cNvSpPr>
            <a:spLocks xmlns:a="http://schemas.openxmlformats.org/drawingml/2006/main" noGrp="1"/>
          </p:cNvSpPr>
          <p:nvPr/>
        </p:nvSpPr>
        <p:spPr>
          <a:xfrm xmlns:a="http://schemas.openxmlformats.org/drawingml/2006/main">
            <a:off x="7105650"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i10</a:t>
            </a:r>
          </a:p>
        </p:txBody>
      </p:sp>
      <p:sp>
        <p:nvSpPr>
          <p:cNvPr id="21" name="">
            <a:extLst xmlns:a="http://schemas.openxmlformats.org/drawingml/2006/main">
              <a:ext uri="{FF2B5EF4-FFF2-40B4-BE49-F238E27FC236}">
                <a16:creationId xmlns:a16="http://schemas.microsoft.com/office/drawing/2014/main" id="{275EC950-BD67-4269-BA21-01FC523B2AAE}"/>
              </a:ext>
            </a:extLst>
          </p:cNvPr>
          <p:cNvSpPr>
            <a:spLocks xmlns:a="http://schemas.openxmlformats.org/drawingml/2006/main" noGrp="1"/>
          </p:cNvSpPr>
          <p:nvPr/>
        </p:nvSpPr>
        <p:spPr>
          <a:xfrm xmlns:a="http://schemas.openxmlformats.org/drawingml/2006/main">
            <a:off x="7705725"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i11</a:t>
            </a:r>
          </a:p>
        </p:txBody>
      </p:sp>
      <p:sp>
        <p:nvSpPr>
          <p:cNvPr id="22" name="">
            <a:extLst xmlns:a="http://schemas.openxmlformats.org/drawingml/2006/main">
              <a:ext uri="{FF2B5EF4-FFF2-40B4-BE49-F238E27FC236}">
                <a16:creationId xmlns:a16="http://schemas.microsoft.com/office/drawing/2014/main" id="{07C412F7-34C0-46F7-9D2C-FBB3BF87D01F}"/>
              </a:ext>
            </a:extLst>
          </p:cNvPr>
          <p:cNvSpPr>
            <a:spLocks xmlns:a="http://schemas.openxmlformats.org/drawingml/2006/main" noGrp="1"/>
          </p:cNvSpPr>
          <p:nvPr/>
        </p:nvSpPr>
        <p:spPr>
          <a:xfrm xmlns:a="http://schemas.openxmlformats.org/drawingml/2006/main">
            <a:off x="8305800"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i12</a:t>
            </a:r>
          </a:p>
        </p:txBody>
      </p:sp>
      <p:sp>
        <p:nvSpPr>
          <p:cNvPr id="23" name="">
            <a:extLst xmlns:a="http://schemas.openxmlformats.org/drawingml/2006/main">
              <a:ext uri="{FF2B5EF4-FFF2-40B4-BE49-F238E27FC236}">
                <a16:creationId xmlns:a16="http://schemas.microsoft.com/office/drawing/2014/main" id="{E6F8EC6E-EC75-47DD-99ED-C8759C016829}"/>
              </a:ext>
            </a:extLst>
          </p:cNvPr>
          <p:cNvSpPr>
            <a:spLocks xmlns:a="http://schemas.openxmlformats.org/drawingml/2006/main" noGrp="1"/>
          </p:cNvSpPr>
          <p:nvPr/>
        </p:nvSpPr>
        <p:spPr>
          <a:xfrm xmlns:a="http://schemas.openxmlformats.org/drawingml/2006/main">
            <a:off x="8905875"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i13</a:t>
            </a:r>
          </a:p>
        </p:txBody>
      </p:sp>
      <p:sp>
        <p:nvSpPr>
          <p:cNvPr id="24" name="">
            <a:extLst xmlns:a="http://schemas.openxmlformats.org/drawingml/2006/main">
              <a:ext uri="{FF2B5EF4-FFF2-40B4-BE49-F238E27FC236}">
                <a16:creationId xmlns:a16="http://schemas.microsoft.com/office/drawing/2014/main" id="{338CA92C-A98A-42AE-AA33-FA2B94DB8970}"/>
              </a:ext>
            </a:extLst>
          </p:cNvPr>
          <p:cNvSpPr>
            <a:spLocks xmlns:a="http://schemas.openxmlformats.org/drawingml/2006/main" noGrp="1"/>
          </p:cNvSpPr>
          <p:nvPr/>
        </p:nvSpPr>
        <p:spPr>
          <a:xfrm xmlns:a="http://schemas.openxmlformats.org/drawingml/2006/main">
            <a:off x="9505950" y="2276475"/>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i14</a:t>
            </a:r>
          </a:p>
        </p:txBody>
      </p:sp>
      <p:sp>
        <p:nvSpPr>
          <p:cNvPr id="25" name="">
            <a:extLst xmlns:a="http://schemas.openxmlformats.org/drawingml/2006/main">
              <a:ext uri="{FF2B5EF4-FFF2-40B4-BE49-F238E27FC236}">
                <a16:creationId xmlns:a16="http://schemas.microsoft.com/office/drawing/2014/main" id="{A311385E-4DC2-4C74-B994-9A0A2A4FCE1E}"/>
              </a:ext>
            </a:extLst>
          </p:cNvPr>
          <p:cNvSpPr>
            <a:spLocks xmlns:a="http://schemas.openxmlformats.org/drawingml/2006/main" noGrp="1"/>
          </p:cNvSpPr>
          <p:nvPr/>
        </p:nvSpPr>
        <p:spPr>
          <a:xfrm xmlns:a="http://schemas.openxmlformats.org/drawingml/2006/main">
            <a:off x="10106025" y="22764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i15</a:t>
            </a:r>
          </a:p>
        </p:txBody>
      </p:sp>
      <p:sp>
        <p:nvSpPr>
          <p:cNvPr id="26" name="">
            <a:extLst xmlns:a="http://schemas.openxmlformats.org/drawingml/2006/main">
              <a:ext uri="{FF2B5EF4-FFF2-40B4-BE49-F238E27FC236}">
                <a16:creationId xmlns:a16="http://schemas.microsoft.com/office/drawing/2014/main" id="{AE076703-25B4-43FE-B098-D98D9D20E165}"/>
              </a:ext>
            </a:extLst>
          </p:cNvPr>
          <p:cNvSpPr>
            <a:spLocks xmlns:a="http://schemas.openxmlformats.org/drawingml/2006/main" noGrp="1"/>
          </p:cNvSpPr>
          <p:nvPr/>
        </p:nvSpPr>
        <p:spPr>
          <a:xfrm xmlns:a="http://schemas.openxmlformats.org/drawingml/2006/main">
            <a:off x="5905500"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i16</a:t>
            </a:r>
          </a:p>
        </p:txBody>
      </p:sp>
      <p:sp>
        <p:nvSpPr>
          <p:cNvPr id="27" name="">
            <a:extLst xmlns:a="http://schemas.openxmlformats.org/drawingml/2006/main">
              <a:ext uri="{FF2B5EF4-FFF2-40B4-BE49-F238E27FC236}">
                <a16:creationId xmlns:a16="http://schemas.microsoft.com/office/drawing/2014/main" id="{E47F591B-C3A7-4202-9054-8B9BA7A207A6}"/>
              </a:ext>
            </a:extLst>
          </p:cNvPr>
          <p:cNvSpPr>
            <a:spLocks xmlns:a="http://schemas.openxmlformats.org/drawingml/2006/main" noGrp="1"/>
          </p:cNvSpPr>
          <p:nvPr/>
        </p:nvSpPr>
        <p:spPr>
          <a:xfrm xmlns:a="http://schemas.openxmlformats.org/drawingml/2006/main">
            <a:off x="6505575"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i17</a:t>
            </a:r>
          </a:p>
        </p:txBody>
      </p:sp>
      <p:sp>
        <p:nvSpPr>
          <p:cNvPr id="28" name="">
            <a:extLst xmlns:a="http://schemas.openxmlformats.org/drawingml/2006/main">
              <a:ext uri="{FF2B5EF4-FFF2-40B4-BE49-F238E27FC236}">
                <a16:creationId xmlns:a16="http://schemas.microsoft.com/office/drawing/2014/main" id="{AC471DDD-B280-4C25-AA13-C24F9889E95C}"/>
              </a:ext>
            </a:extLst>
          </p:cNvPr>
          <p:cNvSpPr>
            <a:spLocks xmlns:a="http://schemas.openxmlformats.org/drawingml/2006/main" noGrp="1"/>
          </p:cNvSpPr>
          <p:nvPr/>
        </p:nvSpPr>
        <p:spPr>
          <a:xfrm xmlns:a="http://schemas.openxmlformats.org/drawingml/2006/main">
            <a:off x="7105650"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i18</a:t>
            </a:r>
          </a:p>
        </p:txBody>
      </p:sp>
      <p:sp>
        <p:nvSpPr>
          <p:cNvPr id="29" name="">
            <a:extLst xmlns:a="http://schemas.openxmlformats.org/drawingml/2006/main">
              <a:ext uri="{FF2B5EF4-FFF2-40B4-BE49-F238E27FC236}">
                <a16:creationId xmlns:a16="http://schemas.microsoft.com/office/drawing/2014/main" id="{D133BCC2-C5E7-4405-A440-39E783059CBD}"/>
              </a:ext>
            </a:extLst>
          </p:cNvPr>
          <p:cNvSpPr>
            <a:spLocks xmlns:a="http://schemas.openxmlformats.org/drawingml/2006/main" noGrp="1"/>
          </p:cNvSpPr>
          <p:nvPr/>
        </p:nvSpPr>
        <p:spPr>
          <a:xfrm xmlns:a="http://schemas.openxmlformats.org/drawingml/2006/main">
            <a:off x="7705725"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i19</a:t>
            </a:r>
          </a:p>
        </p:txBody>
      </p:sp>
      <p:sp>
        <p:nvSpPr>
          <p:cNvPr id="30" name="">
            <a:extLst xmlns:a="http://schemas.openxmlformats.org/drawingml/2006/main">
              <a:ext uri="{FF2B5EF4-FFF2-40B4-BE49-F238E27FC236}">
                <a16:creationId xmlns:a16="http://schemas.microsoft.com/office/drawing/2014/main" id="{7A22FAF2-D5B8-46C1-B2C8-E91ACA4A2FC5}"/>
              </a:ext>
            </a:extLst>
          </p:cNvPr>
          <p:cNvSpPr>
            <a:spLocks xmlns:a="http://schemas.openxmlformats.org/drawingml/2006/main" noGrp="1"/>
          </p:cNvSpPr>
          <p:nvPr/>
        </p:nvSpPr>
        <p:spPr>
          <a:xfrm xmlns:a="http://schemas.openxmlformats.org/drawingml/2006/main">
            <a:off x="8305800"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i20</a:t>
            </a:r>
          </a:p>
        </p:txBody>
      </p:sp>
      <p:sp>
        <p:nvSpPr>
          <p:cNvPr id="31" name="">
            <a:extLst xmlns:a="http://schemas.openxmlformats.org/drawingml/2006/main">
              <a:ext uri="{FF2B5EF4-FFF2-40B4-BE49-F238E27FC236}">
                <a16:creationId xmlns:a16="http://schemas.microsoft.com/office/drawing/2014/main" id="{2401771D-0AE0-4619-986F-86E7EA2D2E73}"/>
              </a:ext>
            </a:extLst>
          </p:cNvPr>
          <p:cNvSpPr>
            <a:spLocks xmlns:a="http://schemas.openxmlformats.org/drawingml/2006/main" noGrp="1"/>
          </p:cNvSpPr>
          <p:nvPr/>
        </p:nvSpPr>
        <p:spPr>
          <a:xfrm xmlns:a="http://schemas.openxmlformats.org/drawingml/2006/main">
            <a:off x="8905875" y="2743200"/>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i21</a:t>
            </a:r>
          </a:p>
        </p:txBody>
      </p:sp>
      <p:sp>
        <p:nvSpPr>
          <p:cNvPr id="32" name="">
            <a:extLst xmlns:a="http://schemas.openxmlformats.org/drawingml/2006/main">
              <a:ext uri="{FF2B5EF4-FFF2-40B4-BE49-F238E27FC236}">
                <a16:creationId xmlns:a16="http://schemas.microsoft.com/office/drawing/2014/main" id="{CD16CD22-B03A-45F5-812A-82E6265610B2}"/>
              </a:ext>
            </a:extLst>
          </p:cNvPr>
          <p:cNvSpPr>
            <a:spLocks xmlns:a="http://schemas.openxmlformats.org/drawingml/2006/main" noGrp="1"/>
          </p:cNvSpPr>
          <p:nvPr/>
        </p:nvSpPr>
        <p:spPr>
          <a:xfrm xmlns:a="http://schemas.openxmlformats.org/drawingml/2006/main">
            <a:off x="9505950"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i22</a:t>
            </a:r>
          </a:p>
        </p:txBody>
      </p:sp>
      <p:sp>
        <p:nvSpPr>
          <p:cNvPr id="33" name="">
            <a:extLst xmlns:a="http://schemas.openxmlformats.org/drawingml/2006/main">
              <a:ext uri="{FF2B5EF4-FFF2-40B4-BE49-F238E27FC236}">
                <a16:creationId xmlns:a16="http://schemas.microsoft.com/office/drawing/2014/main" id="{D806B546-FB52-4120-8BB8-F70587E87F51}"/>
              </a:ext>
            </a:extLst>
          </p:cNvPr>
          <p:cNvSpPr>
            <a:spLocks xmlns:a="http://schemas.openxmlformats.org/drawingml/2006/main" noGrp="1"/>
          </p:cNvSpPr>
          <p:nvPr/>
        </p:nvSpPr>
        <p:spPr>
          <a:xfrm xmlns:a="http://schemas.openxmlformats.org/drawingml/2006/main">
            <a:off x="10106025" y="274320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i23</a:t>
            </a:r>
          </a:p>
        </p:txBody>
      </p:sp>
      <p:sp>
        <p:nvSpPr>
          <p:cNvPr id="34" name="">
            <a:extLst xmlns:a="http://schemas.openxmlformats.org/drawingml/2006/main">
              <a:ext uri="{FF2B5EF4-FFF2-40B4-BE49-F238E27FC236}">
                <a16:creationId xmlns:a16="http://schemas.microsoft.com/office/drawing/2014/main" id="{B49B2991-1F1E-4A91-A861-3719E7533C0A}"/>
              </a:ext>
            </a:extLst>
          </p:cNvPr>
          <p:cNvSpPr>
            <a:spLocks xmlns:a="http://schemas.openxmlformats.org/drawingml/2006/main" noGrp="1"/>
          </p:cNvSpPr>
          <p:nvPr/>
        </p:nvSpPr>
        <p:spPr>
          <a:xfrm xmlns:a="http://schemas.openxmlformats.org/drawingml/2006/main">
            <a:off x="5905500"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i24</a:t>
            </a:r>
          </a:p>
        </p:txBody>
      </p:sp>
      <p:sp>
        <p:nvSpPr>
          <p:cNvPr id="35" name="">
            <a:extLst xmlns:a="http://schemas.openxmlformats.org/drawingml/2006/main">
              <a:ext uri="{FF2B5EF4-FFF2-40B4-BE49-F238E27FC236}">
                <a16:creationId xmlns:a16="http://schemas.microsoft.com/office/drawing/2014/main" id="{F24576AD-95D0-4514-BC4F-994F4650BED7}"/>
              </a:ext>
            </a:extLst>
          </p:cNvPr>
          <p:cNvSpPr>
            <a:spLocks xmlns:a="http://schemas.openxmlformats.org/drawingml/2006/main" noGrp="1"/>
          </p:cNvSpPr>
          <p:nvPr/>
        </p:nvSpPr>
        <p:spPr>
          <a:xfrm xmlns:a="http://schemas.openxmlformats.org/drawingml/2006/main">
            <a:off x="6505575"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i25</a:t>
            </a:r>
          </a:p>
        </p:txBody>
      </p:sp>
      <p:sp>
        <p:nvSpPr>
          <p:cNvPr id="36" name="">
            <a:extLst xmlns:a="http://schemas.openxmlformats.org/drawingml/2006/main">
              <a:ext uri="{FF2B5EF4-FFF2-40B4-BE49-F238E27FC236}">
                <a16:creationId xmlns:a16="http://schemas.microsoft.com/office/drawing/2014/main" id="{2215FC2C-4DB3-4CD6-BA90-DE244306946D}"/>
              </a:ext>
            </a:extLst>
          </p:cNvPr>
          <p:cNvSpPr>
            <a:spLocks xmlns:a="http://schemas.openxmlformats.org/drawingml/2006/main" noGrp="1"/>
          </p:cNvSpPr>
          <p:nvPr/>
        </p:nvSpPr>
        <p:spPr>
          <a:xfrm xmlns:a="http://schemas.openxmlformats.org/drawingml/2006/main">
            <a:off x="7105650"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i26</a:t>
            </a:r>
          </a:p>
        </p:txBody>
      </p:sp>
      <p:sp>
        <p:nvSpPr>
          <p:cNvPr id="37" name="">
            <a:extLst xmlns:a="http://schemas.openxmlformats.org/drawingml/2006/main">
              <a:ext uri="{FF2B5EF4-FFF2-40B4-BE49-F238E27FC236}">
                <a16:creationId xmlns:a16="http://schemas.microsoft.com/office/drawing/2014/main" id="{1D84BF77-47A3-4236-95C0-83A1C29EB2B0}"/>
              </a:ext>
            </a:extLst>
          </p:cNvPr>
          <p:cNvSpPr>
            <a:spLocks xmlns:a="http://schemas.openxmlformats.org/drawingml/2006/main" noGrp="1"/>
          </p:cNvSpPr>
          <p:nvPr/>
        </p:nvSpPr>
        <p:spPr>
          <a:xfrm xmlns:a="http://schemas.openxmlformats.org/drawingml/2006/main">
            <a:off x="7705725"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i27</a:t>
            </a:r>
          </a:p>
        </p:txBody>
      </p:sp>
      <p:sp>
        <p:nvSpPr>
          <p:cNvPr id="38" name="">
            <a:extLst xmlns:a="http://schemas.openxmlformats.org/drawingml/2006/main">
              <a:ext uri="{FF2B5EF4-FFF2-40B4-BE49-F238E27FC236}">
                <a16:creationId xmlns:a16="http://schemas.microsoft.com/office/drawing/2014/main" id="{E1D36335-C528-42FA-BE70-720A6C03A666}"/>
              </a:ext>
            </a:extLst>
          </p:cNvPr>
          <p:cNvSpPr>
            <a:spLocks xmlns:a="http://schemas.openxmlformats.org/drawingml/2006/main" noGrp="1"/>
          </p:cNvSpPr>
          <p:nvPr/>
        </p:nvSpPr>
        <p:spPr>
          <a:xfrm xmlns:a="http://schemas.openxmlformats.org/drawingml/2006/main">
            <a:off x="8305800" y="3209925"/>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i28</a:t>
            </a:r>
          </a:p>
        </p:txBody>
      </p:sp>
      <p:sp>
        <p:nvSpPr>
          <p:cNvPr id="39" name="">
            <a:extLst xmlns:a="http://schemas.openxmlformats.org/drawingml/2006/main">
              <a:ext uri="{FF2B5EF4-FFF2-40B4-BE49-F238E27FC236}">
                <a16:creationId xmlns:a16="http://schemas.microsoft.com/office/drawing/2014/main" id="{D9396A48-CAA1-4486-B811-BC78A4DCF436}"/>
              </a:ext>
            </a:extLst>
          </p:cNvPr>
          <p:cNvSpPr>
            <a:spLocks xmlns:a="http://schemas.openxmlformats.org/drawingml/2006/main" noGrp="1"/>
          </p:cNvSpPr>
          <p:nvPr/>
        </p:nvSpPr>
        <p:spPr>
          <a:xfrm xmlns:a="http://schemas.openxmlformats.org/drawingml/2006/main">
            <a:off x="8905875"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i29</a:t>
            </a:r>
          </a:p>
        </p:txBody>
      </p:sp>
      <p:sp>
        <p:nvSpPr>
          <p:cNvPr id="40" name="">
            <a:extLst xmlns:a="http://schemas.openxmlformats.org/drawingml/2006/main">
              <a:ext uri="{FF2B5EF4-FFF2-40B4-BE49-F238E27FC236}">
                <a16:creationId xmlns:a16="http://schemas.microsoft.com/office/drawing/2014/main" id="{C9D60496-7119-4682-88B6-59D168829945}"/>
              </a:ext>
            </a:extLst>
          </p:cNvPr>
          <p:cNvSpPr>
            <a:spLocks xmlns:a="http://schemas.openxmlformats.org/drawingml/2006/main" noGrp="1"/>
          </p:cNvSpPr>
          <p:nvPr/>
        </p:nvSpPr>
        <p:spPr>
          <a:xfrm xmlns:a="http://schemas.openxmlformats.org/drawingml/2006/main">
            <a:off x="9505950"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i30</a:t>
            </a:r>
          </a:p>
        </p:txBody>
      </p:sp>
      <p:sp>
        <p:nvSpPr>
          <p:cNvPr id="41" name="">
            <a:extLst xmlns:a="http://schemas.openxmlformats.org/drawingml/2006/main">
              <a:ext uri="{FF2B5EF4-FFF2-40B4-BE49-F238E27FC236}">
                <a16:creationId xmlns:a16="http://schemas.microsoft.com/office/drawing/2014/main" id="{102FBE03-EDB1-4C06-AD1D-6A945AE367FB}"/>
              </a:ext>
            </a:extLst>
          </p:cNvPr>
          <p:cNvSpPr>
            <a:spLocks xmlns:a="http://schemas.openxmlformats.org/drawingml/2006/main" noGrp="1"/>
          </p:cNvSpPr>
          <p:nvPr/>
        </p:nvSpPr>
        <p:spPr>
          <a:xfrm xmlns:a="http://schemas.openxmlformats.org/drawingml/2006/main">
            <a:off x="10106025" y="320992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i31</a:t>
            </a:r>
          </a:p>
        </p:txBody>
      </p:sp>
      <p:sp>
        <p:nvSpPr>
          <p:cNvPr id="42" name="">
            <a:extLst xmlns:a="http://schemas.openxmlformats.org/drawingml/2006/main">
              <a:ext uri="{FF2B5EF4-FFF2-40B4-BE49-F238E27FC236}">
                <a16:creationId xmlns:a16="http://schemas.microsoft.com/office/drawing/2014/main" id="{BB9F753D-D2D7-4B9D-B3E1-9AA68AA350DE}"/>
              </a:ext>
            </a:extLst>
          </p:cNvPr>
          <p:cNvSpPr>
            <a:spLocks xmlns:a="http://schemas.openxmlformats.org/drawingml/2006/main" noGrp="1"/>
          </p:cNvSpPr>
          <p:nvPr/>
        </p:nvSpPr>
        <p:spPr>
          <a:xfrm xmlns:a="http://schemas.openxmlformats.org/drawingml/2006/main">
            <a:off x="5905500"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i32</a:t>
            </a:r>
          </a:p>
        </p:txBody>
      </p:sp>
      <p:sp>
        <p:nvSpPr>
          <p:cNvPr id="43" name="">
            <a:extLst xmlns:a="http://schemas.openxmlformats.org/drawingml/2006/main">
              <a:ext uri="{FF2B5EF4-FFF2-40B4-BE49-F238E27FC236}">
                <a16:creationId xmlns:a16="http://schemas.microsoft.com/office/drawing/2014/main" id="{C0BC05CE-CC81-42C5-B2FF-737D7444CC6E}"/>
              </a:ext>
            </a:extLst>
          </p:cNvPr>
          <p:cNvSpPr>
            <a:spLocks xmlns:a="http://schemas.openxmlformats.org/drawingml/2006/main" noGrp="1"/>
          </p:cNvSpPr>
          <p:nvPr/>
        </p:nvSpPr>
        <p:spPr>
          <a:xfrm xmlns:a="http://schemas.openxmlformats.org/drawingml/2006/main">
            <a:off x="6505575"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i33</a:t>
            </a:r>
          </a:p>
        </p:txBody>
      </p:sp>
      <p:sp>
        <p:nvSpPr>
          <p:cNvPr id="44" name="">
            <a:extLst xmlns:a="http://schemas.openxmlformats.org/drawingml/2006/main">
              <a:ext uri="{FF2B5EF4-FFF2-40B4-BE49-F238E27FC236}">
                <a16:creationId xmlns:a16="http://schemas.microsoft.com/office/drawing/2014/main" id="{E5206D49-5497-4792-BA5E-CD91F6F1180F}"/>
              </a:ext>
            </a:extLst>
          </p:cNvPr>
          <p:cNvSpPr>
            <a:spLocks xmlns:a="http://schemas.openxmlformats.org/drawingml/2006/main" noGrp="1"/>
          </p:cNvSpPr>
          <p:nvPr/>
        </p:nvSpPr>
        <p:spPr>
          <a:xfrm xmlns:a="http://schemas.openxmlformats.org/drawingml/2006/main">
            <a:off x="7105650"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i34</a:t>
            </a:r>
          </a:p>
        </p:txBody>
      </p:sp>
      <p:sp>
        <p:nvSpPr>
          <p:cNvPr id="45" name="">
            <a:extLst xmlns:a="http://schemas.openxmlformats.org/drawingml/2006/main">
              <a:ext uri="{FF2B5EF4-FFF2-40B4-BE49-F238E27FC236}">
                <a16:creationId xmlns:a16="http://schemas.microsoft.com/office/drawing/2014/main" id="{A2FA89FD-3C2F-47BB-AE8B-25AD51994D83}"/>
              </a:ext>
            </a:extLst>
          </p:cNvPr>
          <p:cNvSpPr>
            <a:spLocks xmlns:a="http://schemas.openxmlformats.org/drawingml/2006/main" noGrp="1"/>
          </p:cNvSpPr>
          <p:nvPr/>
        </p:nvSpPr>
        <p:spPr>
          <a:xfrm xmlns:a="http://schemas.openxmlformats.org/drawingml/2006/main">
            <a:off x="7705725" y="3676650"/>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i35</a:t>
            </a:r>
          </a:p>
        </p:txBody>
      </p:sp>
      <p:sp>
        <p:nvSpPr>
          <p:cNvPr id="46" name="">
            <a:extLst xmlns:a="http://schemas.openxmlformats.org/drawingml/2006/main">
              <a:ext uri="{FF2B5EF4-FFF2-40B4-BE49-F238E27FC236}">
                <a16:creationId xmlns:a16="http://schemas.microsoft.com/office/drawing/2014/main" id="{89EECDAA-AEE5-4619-8C85-A670D9980F67}"/>
              </a:ext>
            </a:extLst>
          </p:cNvPr>
          <p:cNvSpPr>
            <a:spLocks xmlns:a="http://schemas.openxmlformats.org/drawingml/2006/main" noGrp="1"/>
          </p:cNvSpPr>
          <p:nvPr/>
        </p:nvSpPr>
        <p:spPr>
          <a:xfrm xmlns:a="http://schemas.openxmlformats.org/drawingml/2006/main">
            <a:off x="8305800"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i36</a:t>
            </a:r>
          </a:p>
        </p:txBody>
      </p:sp>
      <p:sp>
        <p:nvSpPr>
          <p:cNvPr id="47" name="">
            <a:extLst xmlns:a="http://schemas.openxmlformats.org/drawingml/2006/main">
              <a:ext uri="{FF2B5EF4-FFF2-40B4-BE49-F238E27FC236}">
                <a16:creationId xmlns:a16="http://schemas.microsoft.com/office/drawing/2014/main" id="{5C23E811-F0B4-4053-9B2E-CDA0A09C23B3}"/>
              </a:ext>
            </a:extLst>
          </p:cNvPr>
          <p:cNvSpPr>
            <a:spLocks xmlns:a="http://schemas.openxmlformats.org/drawingml/2006/main" noGrp="1"/>
          </p:cNvSpPr>
          <p:nvPr/>
        </p:nvSpPr>
        <p:spPr>
          <a:xfrm xmlns:a="http://schemas.openxmlformats.org/drawingml/2006/main">
            <a:off x="8905875"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i37</a:t>
            </a:r>
          </a:p>
        </p:txBody>
      </p:sp>
      <p:sp>
        <p:nvSpPr>
          <p:cNvPr id="48" name="">
            <a:extLst xmlns:a="http://schemas.openxmlformats.org/drawingml/2006/main">
              <a:ext uri="{FF2B5EF4-FFF2-40B4-BE49-F238E27FC236}">
                <a16:creationId xmlns:a16="http://schemas.microsoft.com/office/drawing/2014/main" id="{68A53C29-5344-4331-987C-4619722B2443}"/>
              </a:ext>
            </a:extLst>
          </p:cNvPr>
          <p:cNvSpPr>
            <a:spLocks xmlns:a="http://schemas.openxmlformats.org/drawingml/2006/main" noGrp="1"/>
          </p:cNvSpPr>
          <p:nvPr/>
        </p:nvSpPr>
        <p:spPr>
          <a:xfrm xmlns:a="http://schemas.openxmlformats.org/drawingml/2006/main">
            <a:off x="9505950"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i38</a:t>
            </a:r>
          </a:p>
        </p:txBody>
      </p:sp>
      <p:sp>
        <p:nvSpPr>
          <p:cNvPr id="49" name="">
            <a:extLst xmlns:a="http://schemas.openxmlformats.org/drawingml/2006/main">
              <a:ext uri="{FF2B5EF4-FFF2-40B4-BE49-F238E27FC236}">
                <a16:creationId xmlns:a16="http://schemas.microsoft.com/office/drawing/2014/main" id="{3C630AC4-F83C-467E-BD79-7AB3CCE0D33D}"/>
              </a:ext>
            </a:extLst>
          </p:cNvPr>
          <p:cNvSpPr>
            <a:spLocks xmlns:a="http://schemas.openxmlformats.org/drawingml/2006/main" noGrp="1"/>
          </p:cNvSpPr>
          <p:nvPr/>
        </p:nvSpPr>
        <p:spPr>
          <a:xfrm xmlns:a="http://schemas.openxmlformats.org/drawingml/2006/main">
            <a:off x="10106025" y="3676650"/>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i39</a:t>
            </a:r>
          </a:p>
        </p:txBody>
      </p:sp>
      <p:sp>
        <p:nvSpPr>
          <p:cNvPr id="50" name="">
            <a:extLst xmlns:a="http://schemas.openxmlformats.org/drawingml/2006/main">
              <a:ext uri="{FF2B5EF4-FFF2-40B4-BE49-F238E27FC236}">
                <a16:creationId xmlns:a16="http://schemas.microsoft.com/office/drawing/2014/main" id="{A197F521-D570-4DAD-9478-00457FF89FD6}"/>
              </a:ext>
            </a:extLst>
          </p:cNvPr>
          <p:cNvSpPr>
            <a:spLocks xmlns:a="http://schemas.openxmlformats.org/drawingml/2006/main" noGrp="1"/>
          </p:cNvSpPr>
          <p:nvPr/>
        </p:nvSpPr>
        <p:spPr>
          <a:xfrm xmlns:a="http://schemas.openxmlformats.org/drawingml/2006/main">
            <a:off x="5905500"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i40</a:t>
            </a:r>
          </a:p>
        </p:txBody>
      </p:sp>
      <p:sp>
        <p:nvSpPr>
          <p:cNvPr id="51" name="">
            <a:extLst xmlns:a="http://schemas.openxmlformats.org/drawingml/2006/main">
              <a:ext uri="{FF2B5EF4-FFF2-40B4-BE49-F238E27FC236}">
                <a16:creationId xmlns:a16="http://schemas.microsoft.com/office/drawing/2014/main" id="{F2976BC1-C335-4182-9CF2-E11A75E5EDE3}"/>
              </a:ext>
            </a:extLst>
          </p:cNvPr>
          <p:cNvSpPr>
            <a:spLocks xmlns:a="http://schemas.openxmlformats.org/drawingml/2006/main" noGrp="1"/>
          </p:cNvSpPr>
          <p:nvPr/>
        </p:nvSpPr>
        <p:spPr>
          <a:xfrm xmlns:a="http://schemas.openxmlformats.org/drawingml/2006/main">
            <a:off x="6505575"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i41</a:t>
            </a:r>
          </a:p>
        </p:txBody>
      </p:sp>
      <p:sp>
        <p:nvSpPr>
          <p:cNvPr id="52" name="">
            <a:extLst xmlns:a="http://schemas.openxmlformats.org/drawingml/2006/main">
              <a:ext uri="{FF2B5EF4-FFF2-40B4-BE49-F238E27FC236}">
                <a16:creationId xmlns:a16="http://schemas.microsoft.com/office/drawing/2014/main" id="{11129395-C5CC-477A-9784-5F912461A5C0}"/>
              </a:ext>
            </a:extLst>
          </p:cNvPr>
          <p:cNvSpPr>
            <a:spLocks xmlns:a="http://schemas.openxmlformats.org/drawingml/2006/main" noGrp="1"/>
          </p:cNvSpPr>
          <p:nvPr/>
        </p:nvSpPr>
        <p:spPr>
          <a:xfrm xmlns:a="http://schemas.openxmlformats.org/drawingml/2006/main">
            <a:off x="7105650" y="4143375"/>
            <a:ext cx="457200" cy="323850"/>
          </a:xfrm>
          <a:prstGeom xmlns:a="http://schemas.openxmlformats.org/drawingml/2006/main" prst="roundRect">
            <a:avLst>
              <a:gd name="adj" fmla="val 8824"/>
            </a:avLst>
          </a:prstGeom>
          <a:solidFill xmlns:a="http://schemas.openxmlformats.org/drawingml/2006/main">
            <a:srgbClr val="1D5A4C"/>
          </a:solidFill>
          <a:ln xmlns:a="http://schemas.openxmlformats.org/drawingml/2006/main" w="1143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3CE8B2"/>
                </a:solidFill>
                <a:latin typeface="Courier New"/>
                <a:ea typeface="Courier New"/>
                <a:cs typeface="Courier New"/>
              </a:defRPr>
            </a:pPr>
            <a:r>
              <a:rPr sz="975" b="0">
                <a:solidFill>
                  <a:srgbClr val="3CE8B2"/>
                </a:solidFill>
                <a:latin typeface="Courier New"/>
                <a:ea typeface="Courier New"/>
                <a:cs typeface="Courier New"/>
              </a:rPr>
              <a:t>i42</a:t>
            </a:r>
          </a:p>
        </p:txBody>
      </p:sp>
      <p:sp>
        <p:nvSpPr>
          <p:cNvPr id="53" name="">
            <a:extLst xmlns:a="http://schemas.openxmlformats.org/drawingml/2006/main">
              <a:ext uri="{FF2B5EF4-FFF2-40B4-BE49-F238E27FC236}">
                <a16:creationId xmlns:a16="http://schemas.microsoft.com/office/drawing/2014/main" id="{D46C8DB5-07E7-4ABA-B2E8-5E36ADE26B62}"/>
              </a:ext>
            </a:extLst>
          </p:cNvPr>
          <p:cNvSpPr>
            <a:spLocks xmlns:a="http://schemas.openxmlformats.org/drawingml/2006/main" noGrp="1"/>
          </p:cNvSpPr>
          <p:nvPr/>
        </p:nvSpPr>
        <p:spPr>
          <a:xfrm xmlns:a="http://schemas.openxmlformats.org/drawingml/2006/main">
            <a:off x="7705725"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i43</a:t>
            </a:r>
          </a:p>
        </p:txBody>
      </p:sp>
      <p:sp>
        <p:nvSpPr>
          <p:cNvPr id="54" name="">
            <a:extLst xmlns:a="http://schemas.openxmlformats.org/drawingml/2006/main">
              <a:ext uri="{FF2B5EF4-FFF2-40B4-BE49-F238E27FC236}">
                <a16:creationId xmlns:a16="http://schemas.microsoft.com/office/drawing/2014/main" id="{6543ABEC-239D-449E-AF0F-B6F9D24F3357}"/>
              </a:ext>
            </a:extLst>
          </p:cNvPr>
          <p:cNvSpPr>
            <a:spLocks xmlns:a="http://schemas.openxmlformats.org/drawingml/2006/main" noGrp="1"/>
          </p:cNvSpPr>
          <p:nvPr/>
        </p:nvSpPr>
        <p:spPr>
          <a:xfrm xmlns:a="http://schemas.openxmlformats.org/drawingml/2006/main">
            <a:off x="8305800"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i44</a:t>
            </a:r>
          </a:p>
        </p:txBody>
      </p:sp>
      <p:sp>
        <p:nvSpPr>
          <p:cNvPr id="55" name="">
            <a:extLst xmlns:a="http://schemas.openxmlformats.org/drawingml/2006/main">
              <a:ext uri="{FF2B5EF4-FFF2-40B4-BE49-F238E27FC236}">
                <a16:creationId xmlns:a16="http://schemas.microsoft.com/office/drawing/2014/main" id="{CCAAD3C4-4DE8-4B08-A546-01546DE0C675}"/>
              </a:ext>
            </a:extLst>
          </p:cNvPr>
          <p:cNvSpPr>
            <a:spLocks xmlns:a="http://schemas.openxmlformats.org/drawingml/2006/main" noGrp="1"/>
          </p:cNvSpPr>
          <p:nvPr/>
        </p:nvSpPr>
        <p:spPr>
          <a:xfrm xmlns:a="http://schemas.openxmlformats.org/drawingml/2006/main">
            <a:off x="8905875"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i45</a:t>
            </a:r>
          </a:p>
        </p:txBody>
      </p:sp>
      <p:sp>
        <p:nvSpPr>
          <p:cNvPr id="56" name="">
            <a:extLst xmlns:a="http://schemas.openxmlformats.org/drawingml/2006/main">
              <a:ext uri="{FF2B5EF4-FFF2-40B4-BE49-F238E27FC236}">
                <a16:creationId xmlns:a16="http://schemas.microsoft.com/office/drawing/2014/main" id="{9E6A031C-1579-480F-93C6-B42B28FC6FB5}"/>
              </a:ext>
            </a:extLst>
          </p:cNvPr>
          <p:cNvSpPr>
            <a:spLocks xmlns:a="http://schemas.openxmlformats.org/drawingml/2006/main" noGrp="1"/>
          </p:cNvSpPr>
          <p:nvPr/>
        </p:nvSpPr>
        <p:spPr>
          <a:xfrm xmlns:a="http://schemas.openxmlformats.org/drawingml/2006/main">
            <a:off x="9505950"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i46</a:t>
            </a:r>
          </a:p>
        </p:txBody>
      </p:sp>
      <p:sp>
        <p:nvSpPr>
          <p:cNvPr id="57" name="">
            <a:extLst xmlns:a="http://schemas.openxmlformats.org/drawingml/2006/main">
              <a:ext uri="{FF2B5EF4-FFF2-40B4-BE49-F238E27FC236}">
                <a16:creationId xmlns:a16="http://schemas.microsoft.com/office/drawing/2014/main" id="{11C25AC5-C1AB-4DD8-889F-43B1B6CDEA0D}"/>
              </a:ext>
            </a:extLst>
          </p:cNvPr>
          <p:cNvSpPr>
            <a:spLocks xmlns:a="http://schemas.openxmlformats.org/drawingml/2006/main" noGrp="1"/>
          </p:cNvSpPr>
          <p:nvPr/>
        </p:nvSpPr>
        <p:spPr>
          <a:xfrm xmlns:a="http://schemas.openxmlformats.org/drawingml/2006/main">
            <a:off x="10106025" y="4143375"/>
            <a:ext cx="457200" cy="323850"/>
          </a:xfrm>
          <a:prstGeom xmlns:a="http://schemas.openxmlformats.org/drawingml/2006/main" prst="roundRect">
            <a:avLst>
              <a:gd name="adj" fmla="val 8824"/>
            </a:avLst>
          </a:prstGeom>
          <a:solidFill xmlns:a="http://schemas.openxmlformats.org/drawingml/2006/main">
            <a:srgbClr val="14141D"/>
          </a:solidFill>
          <a:ln xmlns:a="http://schemas.openxmlformats.org/drawingml/2006/main" w="11430">
            <a:solidFill>
              <a:srgbClr val="2A2A38"/>
            </a:solidFill>
            <a:prstDash val="solid"/>
          </a:ln>
        </p:spPr>
        <p:txBody>
          <a:bodyPr xmlns:a="http://schemas.openxmlformats.org/drawingml/2006/main" wrap="square" anchor="ctr"/>
          <a:lstStyle xmlns:a="http://schemas.openxmlformats.org/drawingml/2006/main"/>
          <a:p xmlns:a="http://schemas.openxmlformats.org/drawingml/2006/main">
            <a:pPr algn="ctr">
              <a:defRPr sz="975" b="0">
                <a:solidFill>
                  <a:srgbClr val="858596"/>
                </a:solidFill>
                <a:latin typeface="Courier New"/>
                <a:ea typeface="Courier New"/>
                <a:cs typeface="Courier New"/>
              </a:defRPr>
            </a:pPr>
            <a:r>
              <a:rPr sz="975" b="0">
                <a:solidFill>
                  <a:srgbClr val="858596"/>
                </a:solidFill>
                <a:latin typeface="Courier New"/>
                <a:ea typeface="Courier New"/>
                <a:cs typeface="Courier New"/>
              </a:rPr>
              <a:t>i47</a:t>
            </a:r>
          </a:p>
        </p:txBody>
      </p:sp>
      <p:sp>
        <p:nvSpPr>
          <p:cNvPr id="58" name="">
            <a:extLst xmlns:a="http://schemas.openxmlformats.org/drawingml/2006/main">
              <a:ext uri="{FF2B5EF4-FFF2-40B4-BE49-F238E27FC236}">
                <a16:creationId xmlns:a16="http://schemas.microsoft.com/office/drawing/2014/main" id="{3BD82A9F-6EE6-49F7-90A5-06629F2E32D2}"/>
              </a:ext>
            </a:extLst>
          </p:cNvPr>
          <p:cNvSpPr>
            <a:spLocks xmlns:a="http://schemas.openxmlformats.org/drawingml/2006/main" noGrp="1"/>
          </p:cNvSpPr>
          <p:nvPr/>
        </p:nvSpPr>
        <p:spPr>
          <a:xfrm xmlns:a="http://schemas.openxmlformats.org/drawingml/2006/main">
            <a:off x="5905500" y="47625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500" b="1" i="0">
                <a:solidFill>
                  <a:srgbClr val="3CE8B2"/>
                </a:solidFill>
                <a:latin typeface="Calibri"/>
                <a:ea typeface="Calibri"/>
                <a:cs typeface="Calibri"/>
              </a:defRPr>
            </a:pPr>
            <a:r>
              <a:rPr sz="1500" b="1" i="0">
                <a:solidFill>
                  <a:srgbClr val="3CE8B2"/>
                </a:solidFill>
                <a:latin typeface="Calibri"/>
                <a:ea typeface="Calibri"/>
                <a:cs typeface="Calibri"/>
              </a:rPr>
              <a:t>many independent elements</a:t>
            </a:r>
          </a:p>
        </p:txBody>
      </p:sp>
      <p:sp>
        <p:nvSpPr>
          <p:cNvPr id="59" name="">
            <a:extLst xmlns:a="http://schemas.openxmlformats.org/drawingml/2006/main">
              <a:ext uri="{FF2B5EF4-FFF2-40B4-BE49-F238E27FC236}">
                <a16:creationId xmlns:a16="http://schemas.microsoft.com/office/drawing/2014/main" id="{C46ECF8B-ABA5-423E-AFB1-215A474A2209}"/>
              </a:ext>
            </a:extLst>
          </p:cNvPr>
          <p:cNvSpPr>
            <a:spLocks xmlns:a="http://schemas.openxmlformats.org/drawingml/2006/main" noGrp="1"/>
          </p:cNvSpPr>
          <p:nvPr/>
        </p:nvSpPr>
        <p:spPr>
          <a:xfrm xmlns:a="http://schemas.openxmlformats.org/drawingml/2006/main">
            <a:off x="952500" y="5495925"/>
            <a:ext cx="9620250" cy="0"/>
          </a:xfrm>
          <a:prstGeom xmlns:a="http://schemas.openxmlformats.org/drawingml/2006/main" prst="line">
            <a:avLst/>
          </a:prstGeom>
          <a:noFill xmlns:a="http://schemas.openxmlformats.org/drawingml/2006/main"/>
          <a:ln xmlns:a="http://schemas.openxmlformats.org/drawingml/2006/main" w="19050">
            <a:solidFill>
              <a:srgbClr val="2A2A38"/>
            </a:solidFill>
            <a:prstDash val="solid"/>
          </a:ln>
        </p:spPr>
      </p:sp>
      <p:sp>
        <p:nvSpPr>
          <p:cNvPr id="60" name="">
            <a:extLst xmlns:a="http://schemas.openxmlformats.org/drawingml/2006/main">
              <a:ext uri="{FF2B5EF4-FFF2-40B4-BE49-F238E27FC236}">
                <a16:creationId xmlns:a16="http://schemas.microsoft.com/office/drawing/2014/main" id="{BB0D905E-EB05-44A4-A89D-0BC0174B25DA}"/>
              </a:ext>
            </a:extLst>
          </p:cNvPr>
          <p:cNvSpPr>
            <a:spLocks xmlns:a="http://schemas.openxmlformats.org/drawingml/2006/main" noGrp="1"/>
          </p:cNvSpPr>
          <p:nvPr/>
        </p:nvSpPr>
        <p:spPr>
          <a:xfrm xmlns:a="http://schemas.openxmlformats.org/drawingml/2006/main">
            <a:off x="1000125" y="5257800"/>
            <a:ext cx="190500" cy="190500"/>
          </a:xfrm>
          <a:prstGeom xmlns:a="http://schemas.openxmlformats.org/drawingml/2006/main" prst="ellipse">
            <a:avLst/>
          </a:prstGeom>
          <a:solidFill xmlns:a="http://schemas.openxmlformats.org/drawingml/2006/main">
            <a:srgbClr val="858596"/>
          </a:solidFill>
          <a:ln xmlns:a="http://schemas.openxmlformats.org/drawingml/2006/main" w="11430">
            <a:solidFill>
              <a:srgbClr val="858596"/>
            </a:solidFill>
            <a:prstDash val="solid"/>
          </a:ln>
        </p:spPr>
      </p:sp>
      <p:sp>
        <p:nvSpPr>
          <p:cNvPr id="61" name="">
            <a:extLst xmlns:a="http://schemas.openxmlformats.org/drawingml/2006/main">
              <a:ext uri="{FF2B5EF4-FFF2-40B4-BE49-F238E27FC236}">
                <a16:creationId xmlns:a16="http://schemas.microsoft.com/office/drawing/2014/main" id="{143E4F6A-34B3-4E0C-B26B-A2FFEFB2D9DE}"/>
              </a:ext>
            </a:extLst>
          </p:cNvPr>
          <p:cNvSpPr>
            <a:spLocks xmlns:a="http://schemas.openxmlformats.org/drawingml/2006/main" noGrp="1"/>
          </p:cNvSpPr>
          <p:nvPr/>
        </p:nvSpPr>
        <p:spPr>
          <a:xfrm xmlns:a="http://schemas.openxmlformats.org/drawingml/2006/main">
            <a:off x="1304925"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1" i="0">
                <a:solidFill>
                  <a:srgbClr val="858596"/>
                </a:solidFill>
                <a:latin typeface="Courier New"/>
                <a:ea typeface="Courier New"/>
                <a:cs typeface="Courier New"/>
              </a:defRPr>
            </a:pPr>
            <a:r>
              <a:rPr sz="1275" b="1" i="0">
                <a:solidFill>
                  <a:srgbClr val="858596"/>
                </a:solidFill>
                <a:latin typeface="Courier New"/>
                <a:ea typeface="Courier New"/>
                <a:cs typeface="Courier New"/>
              </a:rPr>
              <a:t>graphics disguise</a:t>
            </a:r>
          </a:p>
        </p:txBody>
      </p:sp>
      <p:sp>
        <p:nvSpPr>
          <p:cNvPr id="62" name="">
            <a:extLst xmlns:a="http://schemas.openxmlformats.org/drawingml/2006/main">
              <a:ext uri="{FF2B5EF4-FFF2-40B4-BE49-F238E27FC236}">
                <a16:creationId xmlns:a16="http://schemas.microsoft.com/office/drawing/2014/main" id="{212E2C84-4AC6-4DC0-BE07-D9FFBD8ACBCF}"/>
              </a:ext>
            </a:extLst>
          </p:cNvPr>
          <p:cNvSpPr>
            <a:spLocks xmlns:a="http://schemas.openxmlformats.org/drawingml/2006/main" noGrp="1"/>
          </p:cNvSpPr>
          <p:nvPr/>
        </p:nvSpPr>
        <p:spPr>
          <a:xfrm xmlns:a="http://schemas.openxmlformats.org/drawingml/2006/main">
            <a:off x="1304925" y="5429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0" i="0">
                <a:solidFill>
                  <a:srgbClr val="D8D8DE"/>
                </a:solidFill>
                <a:latin typeface="Calibri"/>
                <a:ea typeface="Calibri"/>
                <a:cs typeface="Calibri"/>
              </a:defRPr>
            </a:pPr>
            <a:r>
              <a:rPr sz="1200" b="0" i="0">
                <a:solidFill>
                  <a:srgbClr val="D8D8DE"/>
                </a:solidFill>
                <a:latin typeface="Calibri"/>
                <a:ea typeface="Calibri"/>
                <a:cs typeface="Calibri"/>
              </a:rPr>
              <a:t>textures + shaders</a:t>
            </a:r>
          </a:p>
        </p:txBody>
      </p:sp>
      <p:sp>
        <p:nvSpPr>
          <p:cNvPr id="63" name="">
            <a:extLst xmlns:a="http://schemas.openxmlformats.org/drawingml/2006/main">
              <a:ext uri="{FF2B5EF4-FFF2-40B4-BE49-F238E27FC236}">
                <a16:creationId xmlns:a16="http://schemas.microsoft.com/office/drawing/2014/main" id="{1B68991C-0D96-4B02-86E7-7DF7C81315A9}"/>
              </a:ext>
            </a:extLst>
          </p:cNvPr>
          <p:cNvSpPr>
            <a:spLocks xmlns:a="http://schemas.openxmlformats.org/drawingml/2006/main" noGrp="1"/>
          </p:cNvSpPr>
          <p:nvPr/>
        </p:nvSpPr>
        <p:spPr>
          <a:xfrm xmlns:a="http://schemas.openxmlformats.org/drawingml/2006/main">
            <a:off x="4333875" y="5257800"/>
            <a:ext cx="190500" cy="190500"/>
          </a:xfrm>
          <a:prstGeom xmlns:a="http://schemas.openxmlformats.org/drawingml/2006/main" prst="ellipse">
            <a:avLst/>
          </a:prstGeom>
          <a:solidFill xmlns:a="http://schemas.openxmlformats.org/drawingml/2006/main">
            <a:srgbClr val="63A4FF"/>
          </a:solidFill>
          <a:ln xmlns:a="http://schemas.openxmlformats.org/drawingml/2006/main" w="11430">
            <a:solidFill>
              <a:srgbClr val="63A4FF"/>
            </a:solidFill>
            <a:prstDash val="solid"/>
          </a:ln>
        </p:spPr>
      </p:sp>
      <p:sp>
        <p:nvSpPr>
          <p:cNvPr id="64" name="">
            <a:extLst xmlns:a="http://schemas.openxmlformats.org/drawingml/2006/main">
              <a:ext uri="{FF2B5EF4-FFF2-40B4-BE49-F238E27FC236}">
                <a16:creationId xmlns:a16="http://schemas.microsoft.com/office/drawing/2014/main" id="{DC4FB6E6-3F87-4E14-80E6-29C6DC777810}"/>
              </a:ext>
            </a:extLst>
          </p:cNvPr>
          <p:cNvSpPr>
            <a:spLocks xmlns:a="http://schemas.openxmlformats.org/drawingml/2006/main" noGrp="1"/>
          </p:cNvSpPr>
          <p:nvPr/>
        </p:nvSpPr>
        <p:spPr>
          <a:xfrm xmlns:a="http://schemas.openxmlformats.org/drawingml/2006/main">
            <a:off x="4638675"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1" i="0">
                <a:solidFill>
                  <a:srgbClr val="63A4FF"/>
                </a:solidFill>
                <a:latin typeface="Courier New"/>
                <a:ea typeface="Courier New"/>
                <a:cs typeface="Courier New"/>
              </a:defRPr>
            </a:pPr>
            <a:r>
              <a:rPr sz="1275" b="1" i="0">
                <a:solidFill>
                  <a:srgbClr val="63A4FF"/>
                </a:solidFill>
                <a:latin typeface="Courier New"/>
                <a:ea typeface="Courier New"/>
                <a:cs typeface="Courier New"/>
              </a:rPr>
              <a:t>Brook</a:t>
            </a:r>
          </a:p>
        </p:txBody>
      </p:sp>
      <p:sp>
        <p:nvSpPr>
          <p:cNvPr id="65" name="">
            <a:extLst xmlns:a="http://schemas.openxmlformats.org/drawingml/2006/main">
              <a:ext uri="{FF2B5EF4-FFF2-40B4-BE49-F238E27FC236}">
                <a16:creationId xmlns:a16="http://schemas.microsoft.com/office/drawing/2014/main" id="{D40F6A49-3BB0-41E6-A492-B7E364C56030}"/>
              </a:ext>
            </a:extLst>
          </p:cNvPr>
          <p:cNvSpPr>
            <a:spLocks xmlns:a="http://schemas.openxmlformats.org/drawingml/2006/main" noGrp="1"/>
          </p:cNvSpPr>
          <p:nvPr/>
        </p:nvSpPr>
        <p:spPr>
          <a:xfrm xmlns:a="http://schemas.openxmlformats.org/drawingml/2006/main">
            <a:off x="4638675" y="5429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0" i="0">
                <a:solidFill>
                  <a:srgbClr val="D8D8DE"/>
                </a:solidFill>
                <a:latin typeface="Calibri"/>
                <a:ea typeface="Calibri"/>
                <a:cs typeface="Calibri"/>
              </a:defRPr>
            </a:pPr>
            <a:r>
              <a:rPr sz="1200" b="0" i="0">
                <a:solidFill>
                  <a:srgbClr val="D8D8DE"/>
                </a:solidFill>
                <a:latin typeface="Calibri"/>
                <a:ea typeface="Calibri"/>
                <a:cs typeface="Calibri"/>
              </a:rPr>
              <a:t>streams + kernels</a:t>
            </a:r>
          </a:p>
        </p:txBody>
      </p:sp>
      <p:sp>
        <p:nvSpPr>
          <p:cNvPr id="66" name="">
            <a:extLst xmlns:a="http://schemas.openxmlformats.org/drawingml/2006/main">
              <a:ext uri="{FF2B5EF4-FFF2-40B4-BE49-F238E27FC236}">
                <a16:creationId xmlns:a16="http://schemas.microsoft.com/office/drawing/2014/main" id="{F7142AE0-B907-4DFF-97BB-7562C777AB22}"/>
              </a:ext>
            </a:extLst>
          </p:cNvPr>
          <p:cNvSpPr>
            <a:spLocks xmlns:a="http://schemas.openxmlformats.org/drawingml/2006/main" noGrp="1"/>
          </p:cNvSpPr>
          <p:nvPr/>
        </p:nvSpPr>
        <p:spPr>
          <a:xfrm xmlns:a="http://schemas.openxmlformats.org/drawingml/2006/main">
            <a:off x="7667625" y="5257800"/>
            <a:ext cx="190500" cy="190500"/>
          </a:xfrm>
          <a:prstGeom xmlns:a="http://schemas.openxmlformats.org/drawingml/2006/main" prst="ellipse">
            <a:avLst/>
          </a:prstGeom>
          <a:solidFill xmlns:a="http://schemas.openxmlformats.org/drawingml/2006/main">
            <a:srgbClr val="3CE8B2"/>
          </a:solidFill>
          <a:ln xmlns:a="http://schemas.openxmlformats.org/drawingml/2006/main" w="11430">
            <a:solidFill>
              <a:srgbClr val="3CE8B2"/>
            </a:solidFill>
            <a:prstDash val="solid"/>
          </a:ln>
        </p:spPr>
      </p:sp>
      <p:sp>
        <p:nvSpPr>
          <p:cNvPr id="67" name="">
            <a:extLst xmlns:a="http://schemas.openxmlformats.org/drawingml/2006/main">
              <a:ext uri="{FF2B5EF4-FFF2-40B4-BE49-F238E27FC236}">
                <a16:creationId xmlns:a16="http://schemas.microsoft.com/office/drawing/2014/main" id="{2993C392-0B64-42B1-A238-6324AC0F0D19}"/>
              </a:ext>
            </a:extLst>
          </p:cNvPr>
          <p:cNvSpPr>
            <a:spLocks xmlns:a="http://schemas.openxmlformats.org/drawingml/2006/main" noGrp="1"/>
          </p:cNvSpPr>
          <p:nvPr/>
        </p:nvSpPr>
        <p:spPr>
          <a:xfrm xmlns:a="http://schemas.openxmlformats.org/drawingml/2006/main">
            <a:off x="7972425"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1" i="0">
                <a:solidFill>
                  <a:srgbClr val="3CE8B2"/>
                </a:solidFill>
                <a:latin typeface="Courier New"/>
                <a:ea typeface="Courier New"/>
                <a:cs typeface="Courier New"/>
              </a:defRPr>
            </a:pPr>
            <a:r>
              <a:rPr sz="1275" b="1" i="0">
                <a:solidFill>
                  <a:srgbClr val="3CE8B2"/>
                </a:solidFill>
                <a:latin typeface="Courier New"/>
                <a:ea typeface="Courier New"/>
                <a:cs typeface="Courier New"/>
              </a:rPr>
              <a:t>CUDA</a:t>
            </a:r>
          </a:p>
        </p:txBody>
      </p:sp>
      <p:sp>
        <p:nvSpPr>
          <p:cNvPr id="68" name="">
            <a:extLst xmlns:a="http://schemas.openxmlformats.org/drawingml/2006/main">
              <a:ext uri="{FF2B5EF4-FFF2-40B4-BE49-F238E27FC236}">
                <a16:creationId xmlns:a16="http://schemas.microsoft.com/office/drawing/2014/main" id="{3C210455-51A3-4900-A29E-A8532FFD5D2A}"/>
              </a:ext>
            </a:extLst>
          </p:cNvPr>
          <p:cNvSpPr>
            <a:spLocks xmlns:a="http://schemas.openxmlformats.org/drawingml/2006/main" noGrp="1"/>
          </p:cNvSpPr>
          <p:nvPr/>
        </p:nvSpPr>
        <p:spPr>
          <a:xfrm xmlns:a="http://schemas.openxmlformats.org/drawingml/2006/main">
            <a:off x="7972425" y="5429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0" i="0">
                <a:solidFill>
                  <a:srgbClr val="D8D8DE"/>
                </a:solidFill>
                <a:latin typeface="Calibri"/>
                <a:ea typeface="Calibri"/>
                <a:cs typeface="Calibri"/>
              </a:defRPr>
            </a:pPr>
            <a:r>
              <a:rPr sz="1200" b="0" i="0">
                <a:solidFill>
                  <a:srgbClr val="D8D8DE"/>
                </a:solidFill>
                <a:latin typeface="Calibri"/>
                <a:ea typeface="Calibri"/>
                <a:cs typeface="Calibri"/>
              </a:rPr>
              <a:t>native vocabulary</a:t>
            </a:r>
          </a:p>
        </p:txBody>
      </p:sp>
      <p:sp>
        <p:nvSpPr>
          <p:cNvPr id="69" name="">
            <a:extLst xmlns:a="http://schemas.openxmlformats.org/drawingml/2006/main">
              <a:ext uri="{FF2B5EF4-FFF2-40B4-BE49-F238E27FC236}">
                <a16:creationId xmlns:a16="http://schemas.microsoft.com/office/drawing/2014/main" id="{D80F31E6-4DB1-466A-9DAB-655381FB0DDA}"/>
              </a:ext>
            </a:extLst>
          </p:cNvPr>
          <p:cNvSpPr>
            <a:spLocks xmlns:a="http://schemas.openxmlformats.org/drawingml/2006/main" noGrp="1"/>
          </p:cNvSpPr>
          <p:nvPr/>
        </p:nvSpPr>
        <p:spPr>
          <a:xfrm xmlns:a="http://schemas.openxmlformats.org/drawingml/2006/main">
            <a:off x="552450" y="6362700"/>
            <a:ext cx="11087100" cy="0"/>
          </a:xfrm>
          <a:prstGeom xmlns:a="http://schemas.openxmlformats.org/drawingml/2006/main" prst="line">
            <a:avLst/>
          </a:prstGeom>
          <a:noFill xmlns:a="http://schemas.openxmlformats.org/drawingml/2006/main"/>
          <a:ln xmlns:a="http://schemas.openxmlformats.org/drawingml/2006/main" w="9525">
            <a:solidFill>
              <a:srgbClr val="2A2A38"/>
            </a:solidFill>
            <a:prstDash val="solid"/>
          </a:ln>
        </p:spPr>
      </p:sp>
      <p:sp>
        <p:nvSpPr>
          <p:cNvPr id="70" name="">
            <a:extLst xmlns:a="http://schemas.openxmlformats.org/drawingml/2006/main">
              <a:ext uri="{FF2B5EF4-FFF2-40B4-BE49-F238E27FC236}">
                <a16:creationId xmlns:a16="http://schemas.microsoft.com/office/drawing/2014/main" id="{003CFCFC-EE7A-4348-90D2-E0E0A020C11F}"/>
              </a:ext>
            </a:extLst>
          </p:cNvPr>
          <p:cNvSpPr>
            <a:spLocks xmlns:a="http://schemas.openxmlformats.org/drawingml/2006/main" noGrp="1"/>
          </p:cNvSpPr>
          <p:nvPr/>
        </p:nvSpPr>
        <p:spPr>
          <a:xfrm xmlns:a="http://schemas.openxmlformats.org/drawingml/2006/main">
            <a:off x="552450" y="6419850"/>
            <a:ext cx="1108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0" i="1">
                <a:solidFill>
                  <a:srgbClr val="FFFFFF"/>
                </a:solidFill>
                <a:latin typeface="Calibri"/>
                <a:ea typeface="Calibri"/>
                <a:cs typeface="Calibri"/>
              </a:defRPr>
            </a:pPr>
            <a:r>
              <a:rPr sz="1275" b="0" i="1">
                <a:solidFill>
                  <a:srgbClr val="FFFFFF"/>
                </a:solidFill>
                <a:latin typeface="Calibri"/>
                <a:ea typeface="Calibri"/>
                <a:cs typeface="Calibri"/>
              </a:rPr>
              <a:t>Ask of every loop: are the iterations strangers to each other?</a:t>
            </a:r>
          </a:p>
        </p:txBody>
      </p:sp>
    </p:spTree>
    <p:extLst>
      <p:ext uri="{BB962C8B-B14F-4D97-AF65-F5344CB8AC3E}">
        <p14:creationId xmlns:p14="http://schemas.microsoft.com/office/powerpoint/2010/main" val="158629857"/>
      </p:ext>
    </p:extLst>
  </p:cSld>
</p:sld>
</file>

<file path=ppt/slides/slide3.xml><?xml version="1.0" encoding="utf-8"?>
<p:sld xmlns:p="http://schemas.openxmlformats.org/presentationml/2006/main">
  <p:cSld>
    <p:bg>
      <p:bgPr>
        <a:solidFill xmlns:a="http://schemas.openxmlformats.org/drawingml/2006/main">
          <a:srgbClr val="0B0B1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E6CB675-69E6-45A3-90D7-3EEB96795301}"/>
              </a:ext>
            </a:extLst>
          </p:cNvPr>
          <p:cNvSpPr>
            <a:spLocks xmlns:a="http://schemas.openxmlformats.org/drawingml/2006/main" noGrp="1"/>
          </p:cNvSpPr>
          <p:nvPr/>
        </p:nvSpPr>
        <p:spPr>
          <a:xfrm xmlns:a="http://schemas.openxmlformats.org/drawingml/2006/main">
            <a:off x="552450" y="228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SECTION 9  ·  WHY THIS MATTERS FOR YOU</a:t>
            </a:r>
          </a:p>
        </p:txBody>
      </p:sp>
      <p:sp>
        <p:nvSpPr>
          <p:cNvPr id="2" name="">
            <a:extLst xmlns:a="http://schemas.openxmlformats.org/drawingml/2006/main">
              <a:ext uri="{FF2B5EF4-FFF2-40B4-BE49-F238E27FC236}">
                <a16:creationId xmlns:a16="http://schemas.microsoft.com/office/drawing/2014/main" id="{2F505671-73DF-4099-B3F4-986C58002A7A}"/>
              </a:ext>
            </a:extLst>
          </p:cNvPr>
          <p:cNvSpPr>
            <a:spLocks xmlns:a="http://schemas.openxmlformats.org/drawingml/2006/main" noGrp="1"/>
          </p:cNvSpPr>
          <p:nvPr/>
        </p:nvSpPr>
        <p:spPr>
          <a:xfrm xmlns:a="http://schemas.openxmlformats.org/drawingml/2006/main">
            <a:off x="552450" y="5238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2700" b="1" i="0">
                <a:solidFill>
                  <a:srgbClr val="FFFFFF"/>
                </a:solidFill>
                <a:latin typeface="Courier New"/>
                <a:ea typeface="Courier New"/>
                <a:cs typeface="Courier New"/>
              </a:defRPr>
            </a:pPr>
            <a:r>
              <a:rPr sz="2700" b="1" i="0">
                <a:solidFill>
                  <a:srgbClr val="FFFFFF"/>
                </a:solidFill>
                <a:latin typeface="Courier New"/>
                <a:ea typeface="Courier New"/>
                <a:cs typeface="Courier New"/>
              </a:rPr>
              <a:t>Call a library first</a:t>
            </a:r>
          </a:p>
        </p:txBody>
      </p:sp>
      <p:sp>
        <p:nvSpPr>
          <p:cNvPr id="3" name="">
            <a:extLst xmlns:a="http://schemas.openxmlformats.org/drawingml/2006/main">
              <a:ext uri="{FF2B5EF4-FFF2-40B4-BE49-F238E27FC236}">
                <a16:creationId xmlns:a16="http://schemas.microsoft.com/office/drawing/2014/main" id="{35789DDC-F0F7-4E2C-B333-970ED4C83DCF}"/>
              </a:ext>
            </a:extLst>
          </p:cNvPr>
          <p:cNvSpPr>
            <a:spLocks xmlns:a="http://schemas.openxmlformats.org/drawingml/2006/main" noGrp="1"/>
          </p:cNvSpPr>
          <p:nvPr/>
        </p:nvSpPr>
        <p:spPr>
          <a:xfrm xmlns:a="http://schemas.openxmlformats.org/drawingml/2006/main">
            <a:off x="10668000" y="190500"/>
            <a:ext cx="95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r">
              <a:defRPr sz="5100" b="1" i="0">
                <a:solidFill>
                  <a:srgbClr val="23232F"/>
                </a:solidFill>
                <a:latin typeface="Courier New"/>
                <a:ea typeface="Courier New"/>
                <a:cs typeface="Courier New"/>
              </a:defRPr>
            </a:pPr>
            <a:r>
              <a:rPr sz="5100" b="1" i="0">
                <a:solidFill>
                  <a:srgbClr val="23232F"/>
                </a:solidFill>
                <a:latin typeface="Courier New"/>
                <a:ea typeface="Courier New"/>
                <a:cs typeface="Courier New"/>
              </a:rPr>
              <a:t>3</a:t>
            </a:r>
          </a:p>
        </p:txBody>
      </p:sp>
      <p:sp>
        <p:nvSpPr>
          <p:cNvPr id="4" name="">
            <a:extLst xmlns:a="http://schemas.openxmlformats.org/drawingml/2006/main">
              <a:ext uri="{FF2B5EF4-FFF2-40B4-BE49-F238E27FC236}">
                <a16:creationId xmlns:a16="http://schemas.microsoft.com/office/drawing/2014/main" id="{12A0645F-3BDC-465E-8C13-14B8A5A2763D}"/>
              </a:ext>
            </a:extLst>
          </p:cNvPr>
          <p:cNvSpPr>
            <a:spLocks xmlns:a="http://schemas.openxmlformats.org/drawingml/2006/main" noGrp="1"/>
          </p:cNvSpPr>
          <p:nvPr/>
        </p:nvSpPr>
        <p:spPr>
          <a:xfrm xmlns:a="http://schemas.openxmlformats.org/drawingml/2006/main">
            <a:off x="3333750" y="2238375"/>
            <a:ext cx="1000125" cy="400050"/>
          </a:xfrm>
          <a:prstGeom xmlns:a="http://schemas.openxmlformats.org/drawingml/2006/main" prst="rightArrow">
            <a:avLst/>
          </a:prstGeom>
          <a:solidFill xmlns:a="http://schemas.openxmlformats.org/drawingml/2006/main">
            <a:srgbClr val="23232F"/>
          </a:solidFill>
          <a:ln xmlns:a="http://schemas.openxmlformats.org/drawingml/2006/main" w="0">
            <a:solidFill>
              <a:srgbClr val="23232F"/>
            </a:solidFill>
            <a:prstDash val="solid"/>
          </a:ln>
        </p:spPr>
      </p:sp>
      <p:sp>
        <p:nvSpPr>
          <p:cNvPr id="5" name="">
            <a:extLst xmlns:a="http://schemas.openxmlformats.org/drawingml/2006/main">
              <a:ext uri="{FF2B5EF4-FFF2-40B4-BE49-F238E27FC236}">
                <a16:creationId xmlns:a16="http://schemas.microsoft.com/office/drawing/2014/main" id="{47B45022-AC86-4692-BBD8-B3B922753B0F}"/>
              </a:ext>
            </a:extLst>
          </p:cNvPr>
          <p:cNvSpPr>
            <a:spLocks xmlns:a="http://schemas.openxmlformats.org/drawingml/2006/main" noGrp="1"/>
          </p:cNvSpPr>
          <p:nvPr/>
        </p:nvSpPr>
        <p:spPr>
          <a:xfrm xmlns:a="http://schemas.openxmlformats.org/drawingml/2006/main">
            <a:off x="6858000" y="2238375"/>
            <a:ext cx="1000125" cy="400050"/>
          </a:xfrm>
          <a:prstGeom xmlns:a="http://schemas.openxmlformats.org/drawingml/2006/main" prst="rightArrow">
            <a:avLst/>
          </a:prstGeom>
          <a:solidFill xmlns:a="http://schemas.openxmlformats.org/drawingml/2006/main">
            <a:srgbClr val="23232F"/>
          </a:solidFill>
          <a:ln xmlns:a="http://schemas.openxmlformats.org/drawingml/2006/main" w="0">
            <a:solidFill>
              <a:srgbClr val="23232F"/>
            </a:solidFill>
            <a:prstDash val="solid"/>
          </a:ln>
        </p:spPr>
      </p:sp>
      <p:sp>
        <p:nvSpPr>
          <p:cNvPr id="6" name="">
            <a:extLst xmlns:a="http://schemas.openxmlformats.org/drawingml/2006/main">
              <a:ext uri="{FF2B5EF4-FFF2-40B4-BE49-F238E27FC236}">
                <a16:creationId xmlns:a16="http://schemas.microsoft.com/office/drawing/2014/main" id="{83042B98-BE50-4262-B2E2-84CAD8C33D74}"/>
              </a:ext>
            </a:extLst>
          </p:cNvPr>
          <p:cNvSpPr>
            <a:spLocks xmlns:a="http://schemas.openxmlformats.org/drawingml/2006/main" noGrp="1"/>
          </p:cNvSpPr>
          <p:nvPr/>
        </p:nvSpPr>
        <p:spPr>
          <a:xfrm xmlns:a="http://schemas.openxmlformats.org/drawingml/2006/main">
            <a:off x="3333750" y="3857625"/>
            <a:ext cx="1000125" cy="400050"/>
          </a:xfrm>
          <a:prstGeom xmlns:a="http://schemas.openxmlformats.org/drawingml/2006/main" prst="rightArrow">
            <a:avLst/>
          </a:prstGeom>
          <a:solidFill xmlns:a="http://schemas.openxmlformats.org/drawingml/2006/main">
            <a:srgbClr val="23232F"/>
          </a:solidFill>
          <a:ln xmlns:a="http://schemas.openxmlformats.org/drawingml/2006/main" w="0">
            <a:solidFill>
              <a:srgbClr val="23232F"/>
            </a:solidFill>
            <a:prstDash val="solid"/>
          </a:ln>
        </p:spPr>
      </p:sp>
      <p:sp>
        <p:nvSpPr>
          <p:cNvPr id="7" name="">
            <a:extLst xmlns:a="http://schemas.openxmlformats.org/drawingml/2006/main">
              <a:ext uri="{FF2B5EF4-FFF2-40B4-BE49-F238E27FC236}">
                <a16:creationId xmlns:a16="http://schemas.microsoft.com/office/drawing/2014/main" id="{5E6759C4-8296-4627-856B-591F70003BD8}"/>
              </a:ext>
            </a:extLst>
          </p:cNvPr>
          <p:cNvSpPr>
            <a:spLocks xmlns:a="http://schemas.openxmlformats.org/drawingml/2006/main" noGrp="1"/>
          </p:cNvSpPr>
          <p:nvPr/>
        </p:nvSpPr>
        <p:spPr>
          <a:xfrm xmlns:a="http://schemas.openxmlformats.org/drawingml/2006/main">
            <a:off x="6858000" y="3857625"/>
            <a:ext cx="1000125" cy="400050"/>
          </a:xfrm>
          <a:prstGeom xmlns:a="http://schemas.openxmlformats.org/drawingml/2006/main" prst="rightArrow">
            <a:avLst/>
          </a:prstGeom>
          <a:solidFill xmlns:a="http://schemas.openxmlformats.org/drawingml/2006/main">
            <a:srgbClr val="23232F"/>
          </a:solidFill>
          <a:ln xmlns:a="http://schemas.openxmlformats.org/drawingml/2006/main" w="0">
            <a:solidFill>
              <a:srgbClr val="23232F"/>
            </a:solidFill>
            <a:prstDash val="solid"/>
          </a:ln>
        </p:spPr>
      </p:sp>
      <p:sp>
        <p:nvSpPr>
          <p:cNvPr id="8" name="">
            <a:extLst xmlns:a="http://schemas.openxmlformats.org/drawingml/2006/main">
              <a:ext uri="{FF2B5EF4-FFF2-40B4-BE49-F238E27FC236}">
                <a16:creationId xmlns:a16="http://schemas.microsoft.com/office/drawing/2014/main" id="{1FC34EE3-177A-40E9-9C96-D857F38ECD3F}"/>
              </a:ext>
            </a:extLst>
          </p:cNvPr>
          <p:cNvSpPr>
            <a:spLocks xmlns:a="http://schemas.openxmlformats.org/drawingml/2006/main" noGrp="1"/>
          </p:cNvSpPr>
          <p:nvPr/>
        </p:nvSpPr>
        <p:spPr>
          <a:xfrm xmlns:a="http://schemas.openxmlformats.org/drawingml/2006/main">
            <a:off x="762000" y="14287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FFFFFF"/>
                </a:solidFill>
                <a:latin typeface="Courier New"/>
                <a:ea typeface="Courier New"/>
                <a:cs typeface="Courier New"/>
              </a:defRPr>
            </a:pPr>
            <a:r>
              <a:rPr sz="1200" b="1" i="0">
                <a:solidFill>
                  <a:srgbClr val="FFFFFF"/>
                </a:solidFill>
                <a:latin typeface="Courier New"/>
                <a:ea typeface="Courier New"/>
                <a:cs typeface="Courier New"/>
              </a:rPr>
              <a:t>YOUR CODE</a:t>
            </a:r>
          </a:p>
        </p:txBody>
      </p:sp>
      <p:sp>
        <p:nvSpPr>
          <p:cNvPr id="9" name="">
            <a:extLst xmlns:a="http://schemas.openxmlformats.org/drawingml/2006/main">
              <a:ext uri="{FF2B5EF4-FFF2-40B4-BE49-F238E27FC236}">
                <a16:creationId xmlns:a16="http://schemas.microsoft.com/office/drawing/2014/main" id="{2C9B7CB1-397C-461A-A427-EEFA5B302BC7}"/>
              </a:ext>
            </a:extLst>
          </p:cNvPr>
          <p:cNvSpPr>
            <a:spLocks xmlns:a="http://schemas.openxmlformats.org/drawingml/2006/main" noGrp="1"/>
          </p:cNvSpPr>
          <p:nvPr/>
        </p:nvSpPr>
        <p:spPr>
          <a:xfrm xmlns:a="http://schemas.openxmlformats.org/drawingml/2006/main">
            <a:off x="762000" y="1857375"/>
            <a:ext cx="2571750" cy="1190625"/>
          </a:xfrm>
          <a:prstGeom xmlns:a="http://schemas.openxmlformats.org/drawingml/2006/main" prst="roundRect">
            <a:avLst>
              <a:gd name="adj" fmla="val 9600"/>
            </a:avLst>
          </a:prstGeom>
          <a:solidFill xmlns:a="http://schemas.openxmlformats.org/drawingml/2006/main">
            <a:srgbClr val="14141D"/>
          </a:solidFill>
          <a:ln xmlns:a="http://schemas.openxmlformats.org/drawingml/2006/main" w="14288">
            <a:solidFill>
              <a:srgbClr val="FFFFFF"/>
            </a:solidFill>
            <a:prstDash val="solid"/>
          </a:ln>
        </p:spPr>
        <p:txBody>
          <a:bodyPr xmlns:a="http://schemas.openxmlformats.org/drawingml/2006/main" wrap="square" anchor="ctr"/>
          <a:lstStyle xmlns:a="http://schemas.openxmlformats.org/drawingml/2006/main"/>
          <a:p xmlns:a="http://schemas.openxmlformats.org/drawingml/2006/main">
            <a:pPr algn="ctr">
              <a:defRPr sz="2550" b="1">
                <a:solidFill>
                  <a:srgbClr val="FFFFFF"/>
                </a:solidFill>
                <a:latin typeface="Courier New"/>
                <a:ea typeface="Courier New"/>
                <a:cs typeface="Courier New"/>
              </a:defRPr>
            </a:pPr>
            <a:r>
              <a:rPr sz="2550" b="1">
                <a:solidFill>
                  <a:srgbClr val="FFFFFF"/>
                </a:solidFill>
                <a:latin typeface="Courier New"/>
                <a:ea typeface="Courier New"/>
                <a:cs typeface="Courier New"/>
              </a:rPr>
              <a:t>A · B</a:t>
            </a:r>
          </a:p>
        </p:txBody>
      </p:sp>
      <p:sp>
        <p:nvSpPr>
          <p:cNvPr id="10" name="">
            <a:extLst xmlns:a="http://schemas.openxmlformats.org/drawingml/2006/main">
              <a:ext uri="{FF2B5EF4-FFF2-40B4-BE49-F238E27FC236}">
                <a16:creationId xmlns:a16="http://schemas.microsoft.com/office/drawing/2014/main" id="{D94C19DE-EB09-4E1E-AB42-A32D40E32817}"/>
              </a:ext>
            </a:extLst>
          </p:cNvPr>
          <p:cNvSpPr>
            <a:spLocks xmlns:a="http://schemas.openxmlformats.org/drawingml/2006/main" noGrp="1"/>
          </p:cNvSpPr>
          <p:nvPr/>
        </p:nvSpPr>
        <p:spPr>
          <a:xfrm xmlns:a="http://schemas.openxmlformats.org/drawingml/2006/main">
            <a:off x="762000" y="3476625"/>
            <a:ext cx="2571750" cy="1190625"/>
          </a:xfrm>
          <a:prstGeom xmlns:a="http://schemas.openxmlformats.org/drawingml/2006/main" prst="roundRect">
            <a:avLst>
              <a:gd name="adj" fmla="val 9600"/>
            </a:avLst>
          </a:prstGeom>
          <a:solidFill xmlns:a="http://schemas.openxmlformats.org/drawingml/2006/main">
            <a:srgbClr val="14141D"/>
          </a:solidFill>
          <a:ln xmlns:a="http://schemas.openxmlformats.org/drawingml/2006/main" w="14288">
            <a:solidFill>
              <a:srgbClr val="FFFFFF"/>
            </a:solidFill>
            <a:prstDash val="solid"/>
          </a:ln>
        </p:spPr>
        <p:txBody>
          <a:bodyPr xmlns:a="http://schemas.openxmlformats.org/drawingml/2006/main" wrap="square" anchor="ctr"/>
          <a:lstStyle xmlns:a="http://schemas.openxmlformats.org/drawingml/2006/main"/>
          <a:p xmlns:a="http://schemas.openxmlformats.org/drawingml/2006/main">
            <a:pPr algn="ctr">
              <a:defRPr sz="2550" b="1">
                <a:solidFill>
                  <a:srgbClr val="FFFFFF"/>
                </a:solidFill>
                <a:latin typeface="Courier New"/>
                <a:ea typeface="Courier New"/>
                <a:cs typeface="Courier New"/>
              </a:defRPr>
            </a:pPr>
            <a:r>
              <a:rPr sz="2550" b="1">
                <a:solidFill>
                  <a:srgbClr val="FFFFFF"/>
                </a:solidFill>
                <a:latin typeface="Courier New"/>
                <a:ea typeface="Courier New"/>
                <a:cs typeface="Courier New"/>
              </a:rPr>
              <a:t>FFT(x)</a:t>
            </a:r>
          </a:p>
        </p:txBody>
      </p:sp>
      <p:sp>
        <p:nvSpPr>
          <p:cNvPr id="11" name="">
            <a:extLst xmlns:a="http://schemas.openxmlformats.org/drawingml/2006/main">
              <a:ext uri="{FF2B5EF4-FFF2-40B4-BE49-F238E27FC236}">
                <a16:creationId xmlns:a16="http://schemas.microsoft.com/office/drawing/2014/main" id="{64792E67-331C-4259-AD1D-5DC342792A3E}"/>
              </a:ext>
            </a:extLst>
          </p:cNvPr>
          <p:cNvSpPr>
            <a:spLocks xmlns:a="http://schemas.openxmlformats.org/drawingml/2006/main" noGrp="1"/>
          </p:cNvSpPr>
          <p:nvPr/>
        </p:nvSpPr>
        <p:spPr>
          <a:xfrm xmlns:a="http://schemas.openxmlformats.org/drawingml/2006/main">
            <a:off x="4333875" y="1428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OPERATION CONTRACT</a:t>
            </a:r>
          </a:p>
        </p:txBody>
      </p:sp>
      <p:sp>
        <p:nvSpPr>
          <p:cNvPr id="12" name="">
            <a:extLst xmlns:a="http://schemas.openxmlformats.org/drawingml/2006/main">
              <a:ext uri="{FF2B5EF4-FFF2-40B4-BE49-F238E27FC236}">
                <a16:creationId xmlns:a16="http://schemas.microsoft.com/office/drawing/2014/main" id="{F5427984-8BC9-4BB4-A49C-45EFF95AFC66}"/>
              </a:ext>
            </a:extLst>
          </p:cNvPr>
          <p:cNvSpPr>
            <a:spLocks xmlns:a="http://schemas.openxmlformats.org/drawingml/2006/main" noGrp="1"/>
          </p:cNvSpPr>
          <p:nvPr/>
        </p:nvSpPr>
        <p:spPr>
          <a:xfrm xmlns:a="http://schemas.openxmlformats.org/drawingml/2006/main">
            <a:off x="4333875" y="1857375"/>
            <a:ext cx="2571750" cy="1190625"/>
          </a:xfrm>
          <a:prstGeom xmlns:a="http://schemas.openxmlformats.org/drawingml/2006/main" prst="roundRect">
            <a:avLst>
              <a:gd name="adj" fmla="val 9600"/>
            </a:avLst>
          </a:prstGeom>
          <a:solidFill xmlns:a="http://schemas.openxmlformats.org/drawingml/2006/main">
            <a:srgbClr val="211A0D"/>
          </a:solidFill>
          <a:ln xmlns:a="http://schemas.openxmlformats.org/drawingml/2006/main" w="19050">
            <a:solidFill>
              <a:srgbClr val="E8A832"/>
            </a:solidFill>
            <a:prstDash val="solid"/>
          </a:ln>
        </p:spPr>
        <p:txBody>
          <a:bodyPr xmlns:a="http://schemas.openxmlformats.org/drawingml/2006/main" wrap="square" anchor="ctr"/>
          <a:lstStyle xmlns:a="http://schemas.openxmlformats.org/drawingml/2006/main"/>
          <a:p xmlns:a="http://schemas.openxmlformats.org/drawingml/2006/main">
            <a:pPr algn="ctr">
              <a:defRPr sz="2250" b="1">
                <a:solidFill>
                  <a:srgbClr val="E8A832"/>
                </a:solidFill>
                <a:latin typeface="Courier New"/>
                <a:ea typeface="Courier New"/>
                <a:cs typeface="Courier New"/>
              </a:defRPr>
            </a:pPr>
            <a:r>
              <a:rPr sz="2250" b="1">
                <a:solidFill>
                  <a:srgbClr val="E8A832"/>
                </a:solidFill>
                <a:latin typeface="Courier New"/>
                <a:ea typeface="Courier New"/>
                <a:cs typeface="Courier New"/>
              </a:rPr>
              <a:t>cuBLAS</a:t>
            </a:r>
          </a:p>
        </p:txBody>
      </p:sp>
      <p:sp>
        <p:nvSpPr>
          <p:cNvPr id="13" name="">
            <a:extLst xmlns:a="http://schemas.openxmlformats.org/drawingml/2006/main">
              <a:ext uri="{FF2B5EF4-FFF2-40B4-BE49-F238E27FC236}">
                <a16:creationId xmlns:a16="http://schemas.microsoft.com/office/drawing/2014/main" id="{4949096B-2346-4262-99FF-934BD729A21C}"/>
              </a:ext>
            </a:extLst>
          </p:cNvPr>
          <p:cNvSpPr>
            <a:spLocks xmlns:a="http://schemas.openxmlformats.org/drawingml/2006/main" noGrp="1"/>
          </p:cNvSpPr>
          <p:nvPr/>
        </p:nvSpPr>
        <p:spPr>
          <a:xfrm xmlns:a="http://schemas.openxmlformats.org/drawingml/2006/main">
            <a:off x="4333875" y="3476625"/>
            <a:ext cx="2571750" cy="1190625"/>
          </a:xfrm>
          <a:prstGeom xmlns:a="http://schemas.openxmlformats.org/drawingml/2006/main" prst="roundRect">
            <a:avLst>
              <a:gd name="adj" fmla="val 9600"/>
            </a:avLst>
          </a:prstGeom>
          <a:solidFill xmlns:a="http://schemas.openxmlformats.org/drawingml/2006/main">
            <a:srgbClr val="211A0D"/>
          </a:solidFill>
          <a:ln xmlns:a="http://schemas.openxmlformats.org/drawingml/2006/main" w="19050">
            <a:solidFill>
              <a:srgbClr val="E8A832"/>
            </a:solidFill>
            <a:prstDash val="solid"/>
          </a:ln>
        </p:spPr>
        <p:txBody>
          <a:bodyPr xmlns:a="http://schemas.openxmlformats.org/drawingml/2006/main" wrap="square" anchor="ctr"/>
          <a:lstStyle xmlns:a="http://schemas.openxmlformats.org/drawingml/2006/main"/>
          <a:p xmlns:a="http://schemas.openxmlformats.org/drawingml/2006/main">
            <a:pPr algn="ctr">
              <a:defRPr sz="2250" b="1">
                <a:solidFill>
                  <a:srgbClr val="E8A832"/>
                </a:solidFill>
                <a:latin typeface="Courier New"/>
                <a:ea typeface="Courier New"/>
                <a:cs typeface="Courier New"/>
              </a:defRPr>
            </a:pPr>
            <a:r>
              <a:rPr sz="2250" b="1">
                <a:solidFill>
                  <a:srgbClr val="E8A832"/>
                </a:solidFill>
                <a:latin typeface="Courier New"/>
                <a:ea typeface="Courier New"/>
                <a:cs typeface="Courier New"/>
              </a:rPr>
              <a:t>cuFFT</a:t>
            </a:r>
          </a:p>
        </p:txBody>
      </p:sp>
      <p:sp>
        <p:nvSpPr>
          <p:cNvPr id="14" name="">
            <a:extLst xmlns:a="http://schemas.openxmlformats.org/drawingml/2006/main">
              <a:ext uri="{FF2B5EF4-FFF2-40B4-BE49-F238E27FC236}">
                <a16:creationId xmlns:a16="http://schemas.microsoft.com/office/drawing/2014/main" id="{91D8F4A1-C75E-4B95-8FC2-DC934DF8E5E6}"/>
              </a:ext>
            </a:extLst>
          </p:cNvPr>
          <p:cNvSpPr>
            <a:spLocks xmlns:a="http://schemas.openxmlformats.org/drawingml/2006/main" noGrp="1"/>
          </p:cNvSpPr>
          <p:nvPr/>
        </p:nvSpPr>
        <p:spPr>
          <a:xfrm xmlns:a="http://schemas.openxmlformats.org/drawingml/2006/main">
            <a:off x="7858125" y="14287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3CE8B2"/>
                </a:solidFill>
                <a:latin typeface="Courier New"/>
                <a:ea typeface="Courier New"/>
                <a:cs typeface="Courier New"/>
              </a:defRPr>
            </a:pPr>
            <a:r>
              <a:rPr sz="1200" b="1" i="0">
                <a:solidFill>
                  <a:srgbClr val="3CE8B2"/>
                </a:solidFill>
                <a:latin typeface="Courier New"/>
                <a:ea typeface="Courier New"/>
                <a:cs typeface="Courier New"/>
              </a:rPr>
              <a:t>CHANGING SILICON</a:t>
            </a:r>
          </a:p>
        </p:txBody>
      </p:sp>
      <p:sp>
        <p:nvSpPr>
          <p:cNvPr id="15" name="">
            <a:extLst xmlns:a="http://schemas.openxmlformats.org/drawingml/2006/main">
              <a:ext uri="{FF2B5EF4-FFF2-40B4-BE49-F238E27FC236}">
                <a16:creationId xmlns:a16="http://schemas.microsoft.com/office/drawing/2014/main" id="{66E6BB9F-A3FA-4EDF-BB09-34847BF06782}"/>
              </a:ext>
            </a:extLst>
          </p:cNvPr>
          <p:cNvSpPr>
            <a:spLocks xmlns:a="http://schemas.openxmlformats.org/drawingml/2006/main" noGrp="1"/>
          </p:cNvSpPr>
          <p:nvPr/>
        </p:nvSpPr>
        <p:spPr>
          <a:xfrm xmlns:a="http://schemas.openxmlformats.org/drawingml/2006/main">
            <a:off x="7858125" y="1857375"/>
            <a:ext cx="3143250" cy="685800"/>
          </a:xfrm>
          <a:prstGeom xmlns:a="http://schemas.openxmlformats.org/drawingml/2006/main" prst="roundRect">
            <a:avLst>
              <a:gd name="adj" fmla="val 16667"/>
            </a:avLst>
          </a:prstGeom>
          <a:solidFill xmlns:a="http://schemas.openxmlformats.org/drawingml/2006/main">
            <a:srgbClr val="14141D"/>
          </a:solidFill>
          <a:ln xmlns:a="http://schemas.openxmlformats.org/drawingml/2006/main" w="9525">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800" b="1">
                <a:solidFill>
                  <a:srgbClr val="3CE8B2"/>
                </a:solidFill>
                <a:latin typeface="Courier New"/>
                <a:ea typeface="Courier New"/>
                <a:cs typeface="Courier New"/>
              </a:defRPr>
            </a:pPr>
            <a:r>
              <a:rPr sz="1800" b="1">
                <a:solidFill>
                  <a:srgbClr val="3CE8B2"/>
                </a:solidFill>
                <a:latin typeface="Courier New"/>
                <a:ea typeface="Courier New"/>
                <a:cs typeface="Courier New"/>
              </a:rPr>
              <a:t>Volta</a:t>
            </a:r>
          </a:p>
        </p:txBody>
      </p:sp>
      <p:sp>
        <p:nvSpPr>
          <p:cNvPr id="16" name="">
            <a:extLst xmlns:a="http://schemas.openxmlformats.org/drawingml/2006/main">
              <a:ext uri="{FF2B5EF4-FFF2-40B4-BE49-F238E27FC236}">
                <a16:creationId xmlns:a16="http://schemas.microsoft.com/office/drawing/2014/main" id="{BDF5B542-2776-49E6-913B-81C27034CF3E}"/>
              </a:ext>
            </a:extLst>
          </p:cNvPr>
          <p:cNvSpPr>
            <a:spLocks xmlns:a="http://schemas.openxmlformats.org/drawingml/2006/main" noGrp="1"/>
          </p:cNvSpPr>
          <p:nvPr/>
        </p:nvSpPr>
        <p:spPr>
          <a:xfrm xmlns:a="http://schemas.openxmlformats.org/drawingml/2006/main">
            <a:off x="7858125" y="2809875"/>
            <a:ext cx="3143250" cy="685800"/>
          </a:xfrm>
          <a:prstGeom xmlns:a="http://schemas.openxmlformats.org/drawingml/2006/main" prst="roundRect">
            <a:avLst>
              <a:gd name="adj" fmla="val 16667"/>
            </a:avLst>
          </a:prstGeom>
          <a:solidFill xmlns:a="http://schemas.openxmlformats.org/drawingml/2006/main">
            <a:srgbClr val="14141D"/>
          </a:solidFill>
          <a:ln xmlns:a="http://schemas.openxmlformats.org/drawingml/2006/main" w="9525">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800" b="1">
                <a:solidFill>
                  <a:srgbClr val="3CE8B2"/>
                </a:solidFill>
                <a:latin typeface="Courier New"/>
                <a:ea typeface="Courier New"/>
                <a:cs typeface="Courier New"/>
              </a:defRPr>
            </a:pPr>
            <a:r>
              <a:rPr sz="1800" b="1">
                <a:solidFill>
                  <a:srgbClr val="3CE8B2"/>
                </a:solidFill>
                <a:latin typeface="Courier New"/>
                <a:ea typeface="Courier New"/>
                <a:cs typeface="Courier New"/>
              </a:rPr>
              <a:t>Ampere</a:t>
            </a:r>
          </a:p>
        </p:txBody>
      </p:sp>
      <p:sp>
        <p:nvSpPr>
          <p:cNvPr id="17" name="">
            <a:extLst xmlns:a="http://schemas.openxmlformats.org/drawingml/2006/main">
              <a:ext uri="{FF2B5EF4-FFF2-40B4-BE49-F238E27FC236}">
                <a16:creationId xmlns:a16="http://schemas.microsoft.com/office/drawing/2014/main" id="{7A43A7B5-E1FC-4AA9-ABDE-9814A3954662}"/>
              </a:ext>
            </a:extLst>
          </p:cNvPr>
          <p:cNvSpPr>
            <a:spLocks xmlns:a="http://schemas.openxmlformats.org/drawingml/2006/main" noGrp="1"/>
          </p:cNvSpPr>
          <p:nvPr/>
        </p:nvSpPr>
        <p:spPr>
          <a:xfrm xmlns:a="http://schemas.openxmlformats.org/drawingml/2006/main">
            <a:off x="7858125" y="3762375"/>
            <a:ext cx="3143250" cy="685800"/>
          </a:xfrm>
          <a:prstGeom xmlns:a="http://schemas.openxmlformats.org/drawingml/2006/main" prst="roundRect">
            <a:avLst>
              <a:gd name="adj" fmla="val 16667"/>
            </a:avLst>
          </a:prstGeom>
          <a:solidFill xmlns:a="http://schemas.openxmlformats.org/drawingml/2006/main">
            <a:srgbClr val="153A34"/>
          </a:solidFill>
          <a:ln xmlns:a="http://schemas.openxmlformats.org/drawingml/2006/main" w="1905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800" b="1">
                <a:solidFill>
                  <a:srgbClr val="3CE8B2"/>
                </a:solidFill>
                <a:latin typeface="Courier New"/>
                <a:ea typeface="Courier New"/>
                <a:cs typeface="Courier New"/>
              </a:defRPr>
            </a:pPr>
            <a:r>
              <a:rPr sz="1800" b="1">
                <a:solidFill>
                  <a:srgbClr val="3CE8B2"/>
                </a:solidFill>
                <a:latin typeface="Courier New"/>
                <a:ea typeface="Courier New"/>
                <a:cs typeface="Courier New"/>
              </a:rPr>
              <a:t>Hopper</a:t>
            </a:r>
          </a:p>
        </p:txBody>
      </p:sp>
      <p:sp>
        <p:nvSpPr>
          <p:cNvPr id="18" name="">
            <a:extLst xmlns:a="http://schemas.openxmlformats.org/drawingml/2006/main">
              <a:ext uri="{FF2B5EF4-FFF2-40B4-BE49-F238E27FC236}">
                <a16:creationId xmlns:a16="http://schemas.microsoft.com/office/drawing/2014/main" id="{2B03C667-EF49-4BA4-8878-7D3631CBB2F5}"/>
              </a:ext>
            </a:extLst>
          </p:cNvPr>
          <p:cNvSpPr>
            <a:spLocks xmlns:a="http://schemas.openxmlformats.org/drawingml/2006/main" noGrp="1"/>
          </p:cNvSpPr>
          <p:nvPr/>
        </p:nvSpPr>
        <p:spPr>
          <a:xfrm xmlns:a="http://schemas.openxmlformats.org/drawingml/2006/main">
            <a:off x="762000" y="5191125"/>
            <a:ext cx="10239375" cy="857250"/>
          </a:xfrm>
          <a:prstGeom xmlns:a="http://schemas.openxmlformats.org/drawingml/2006/main" prst="roundRect">
            <a:avLst>
              <a:gd name="adj" fmla="val 13333"/>
            </a:avLst>
          </a:prstGeom>
          <a:solidFill xmlns:a="http://schemas.openxmlformats.org/drawingml/2006/main">
            <a:srgbClr val="111821"/>
          </a:solidFill>
          <a:ln xmlns:a="http://schemas.openxmlformats.org/drawingml/2006/main" w="14288">
            <a:solidFill>
              <a:srgbClr val="63A4FF"/>
            </a:solidFill>
            <a:prstDash val="solid"/>
          </a:ln>
        </p:spPr>
      </p:sp>
      <p:sp>
        <p:nvSpPr>
          <p:cNvPr id="19" name="">
            <a:extLst xmlns:a="http://schemas.openxmlformats.org/drawingml/2006/main">
              <a:ext uri="{FF2B5EF4-FFF2-40B4-BE49-F238E27FC236}">
                <a16:creationId xmlns:a16="http://schemas.microsoft.com/office/drawing/2014/main" id="{B8DA6E13-2EF3-48B2-AFFA-E08F5F34E2EF}"/>
              </a:ext>
            </a:extLst>
          </p:cNvPr>
          <p:cNvSpPr>
            <a:spLocks xmlns:a="http://schemas.openxmlformats.org/drawingml/2006/main" noGrp="1"/>
          </p:cNvSpPr>
          <p:nvPr/>
        </p:nvSpPr>
        <p:spPr>
          <a:xfrm xmlns:a="http://schemas.openxmlformats.org/drawingml/2006/main">
            <a:off x="1047750" y="53625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875" b="1" i="0">
                <a:solidFill>
                  <a:srgbClr val="FFFFFF"/>
                </a:solidFill>
                <a:latin typeface="Calibri"/>
                <a:ea typeface="Calibri"/>
                <a:cs typeface="Calibri"/>
              </a:defRPr>
            </a:pPr>
            <a:r>
              <a:rPr sz="1875" b="1" i="0">
                <a:solidFill>
                  <a:srgbClr val="FFFFFF"/>
                </a:solidFill>
                <a:latin typeface="Calibri"/>
                <a:ea typeface="Calibri"/>
                <a:cs typeface="Calibri"/>
              </a:rPr>
              <a:t>Write to the operation</a:t>
            </a:r>
          </a:p>
        </p:txBody>
      </p:sp>
      <p:sp>
        <p:nvSpPr>
          <p:cNvPr id="20" name="">
            <a:extLst xmlns:a="http://schemas.openxmlformats.org/drawingml/2006/main">
              <a:ext uri="{FF2B5EF4-FFF2-40B4-BE49-F238E27FC236}">
                <a16:creationId xmlns:a16="http://schemas.microsoft.com/office/drawing/2014/main" id="{CC456733-497E-480E-BA60-96F974E167E9}"/>
              </a:ext>
            </a:extLst>
          </p:cNvPr>
          <p:cNvSpPr>
            <a:spLocks xmlns:a="http://schemas.openxmlformats.org/drawingml/2006/main" noGrp="1"/>
          </p:cNvSpPr>
          <p:nvPr/>
        </p:nvSpPr>
        <p:spPr>
          <a:xfrm xmlns:a="http://schemas.openxmlformats.org/drawingml/2006/main">
            <a:off x="4524375" y="5362575"/>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875" b="1" i="0">
                <a:solidFill>
                  <a:srgbClr val="63A4FF"/>
                </a:solidFill>
                <a:latin typeface="Calibri"/>
                <a:ea typeface="Calibri"/>
                <a:cs typeface="Calibri"/>
              </a:defRPr>
            </a:pPr>
            <a:r>
              <a:rPr sz="1875" b="1" i="0">
                <a:solidFill>
                  <a:srgbClr val="63A4FF"/>
                </a:solidFill>
                <a:latin typeface="Calibri"/>
                <a:ea typeface="Calibri"/>
                <a:cs typeface="Calibri"/>
              </a:rPr>
              <a:t>Let the library choose the device path</a:t>
            </a:r>
          </a:p>
        </p:txBody>
      </p:sp>
      <p:sp>
        <p:nvSpPr>
          <p:cNvPr id="21" name="">
            <a:extLst xmlns:a="http://schemas.openxmlformats.org/drawingml/2006/main">
              <a:ext uri="{FF2B5EF4-FFF2-40B4-BE49-F238E27FC236}">
                <a16:creationId xmlns:a16="http://schemas.microsoft.com/office/drawing/2014/main" id="{BD518F24-243C-484E-AE27-4A6665F96956}"/>
              </a:ext>
            </a:extLst>
          </p:cNvPr>
          <p:cNvSpPr>
            <a:spLocks xmlns:a="http://schemas.openxmlformats.org/drawingml/2006/main" noGrp="1"/>
          </p:cNvSpPr>
          <p:nvPr/>
        </p:nvSpPr>
        <p:spPr>
          <a:xfrm xmlns:a="http://schemas.openxmlformats.org/drawingml/2006/main">
            <a:off x="1047750" y="5734050"/>
            <a:ext cx="942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0" i="0">
                <a:solidFill>
                  <a:srgbClr val="858596"/>
                </a:solidFill>
                <a:latin typeface="Calibri"/>
                <a:ea typeface="Calibri"/>
                <a:cs typeface="Calibri"/>
              </a:defRPr>
            </a:pPr>
            <a:r>
              <a:rPr sz="1200" b="0" i="0">
                <a:solidFill>
                  <a:srgbClr val="858596"/>
                </a:solidFill>
                <a:latin typeface="Calibri"/>
                <a:ea typeface="Calibri"/>
                <a:cs typeface="Calibri"/>
              </a:rPr>
              <a:t>Custom kernels still matter for the glue between operations.</a:t>
            </a:r>
          </a:p>
        </p:txBody>
      </p:sp>
      <p:sp>
        <p:nvSpPr>
          <p:cNvPr id="22" name="">
            <a:extLst xmlns:a="http://schemas.openxmlformats.org/drawingml/2006/main">
              <a:ext uri="{FF2B5EF4-FFF2-40B4-BE49-F238E27FC236}">
                <a16:creationId xmlns:a16="http://schemas.microsoft.com/office/drawing/2014/main" id="{0B1A36A9-D344-419A-8744-49F085F9E9C6}"/>
              </a:ext>
            </a:extLst>
          </p:cNvPr>
          <p:cNvSpPr>
            <a:spLocks xmlns:a="http://schemas.openxmlformats.org/drawingml/2006/main" noGrp="1"/>
          </p:cNvSpPr>
          <p:nvPr/>
        </p:nvSpPr>
        <p:spPr>
          <a:xfrm xmlns:a="http://schemas.openxmlformats.org/drawingml/2006/main">
            <a:off x="552450" y="6362700"/>
            <a:ext cx="11087100" cy="0"/>
          </a:xfrm>
          <a:prstGeom xmlns:a="http://schemas.openxmlformats.org/drawingml/2006/main" prst="line">
            <a:avLst/>
          </a:prstGeom>
          <a:noFill xmlns:a="http://schemas.openxmlformats.org/drawingml/2006/main"/>
          <a:ln xmlns:a="http://schemas.openxmlformats.org/drawingml/2006/main" w="9525">
            <a:solidFill>
              <a:srgbClr val="2A2A38"/>
            </a:solidFill>
            <a:prstDash val="solid"/>
          </a:ln>
        </p:spPr>
      </p:sp>
      <p:sp>
        <p:nvSpPr>
          <p:cNvPr id="23" name="">
            <a:extLst xmlns:a="http://schemas.openxmlformats.org/drawingml/2006/main">
              <a:ext uri="{FF2B5EF4-FFF2-40B4-BE49-F238E27FC236}">
                <a16:creationId xmlns:a16="http://schemas.microsoft.com/office/drawing/2014/main" id="{E5167F70-F0F2-405E-A85E-B1F884B0444B}"/>
              </a:ext>
            </a:extLst>
          </p:cNvPr>
          <p:cNvSpPr>
            <a:spLocks xmlns:a="http://schemas.openxmlformats.org/drawingml/2006/main" noGrp="1"/>
          </p:cNvSpPr>
          <p:nvPr/>
        </p:nvSpPr>
        <p:spPr>
          <a:xfrm xmlns:a="http://schemas.openxmlformats.org/drawingml/2006/main">
            <a:off x="552450" y="6419850"/>
            <a:ext cx="1108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0" i="1">
                <a:solidFill>
                  <a:srgbClr val="FFFFFF"/>
                </a:solidFill>
                <a:latin typeface="Calibri"/>
                <a:ea typeface="Calibri"/>
                <a:cs typeface="Calibri"/>
              </a:defRPr>
            </a:pPr>
            <a:r>
              <a:rPr sz="1275" b="0" i="1">
                <a:solidFill>
                  <a:srgbClr val="FFFFFF"/>
                </a:solidFill>
                <a:latin typeface="Calibri"/>
                <a:ea typeface="Calibri"/>
                <a:cs typeface="Calibri"/>
              </a:rPr>
              <a:t>The library is the contract that can outlive the hardware.</a:t>
            </a:r>
          </a:p>
        </p:txBody>
      </p:sp>
    </p:spTree>
    <p:extLst>
      <p:ext uri="{BB962C8B-B14F-4D97-AF65-F5344CB8AC3E}">
        <p14:creationId xmlns:p14="http://schemas.microsoft.com/office/powerpoint/2010/main" val="1777286351"/>
      </p:ext>
    </p:extLst>
  </p:cSld>
</p:sld>
</file>

<file path=ppt/slides/slide4.xml><?xml version="1.0" encoding="utf-8"?>
<p:sld xmlns:p="http://schemas.openxmlformats.org/presentationml/2006/main">
  <p:cSld>
    <p:bg>
      <p:bgPr>
        <a:solidFill xmlns:a="http://schemas.openxmlformats.org/drawingml/2006/main">
          <a:srgbClr val="0B0B1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948D335-040C-44FC-9251-D416DBD1777A}"/>
              </a:ext>
            </a:extLst>
          </p:cNvPr>
          <p:cNvSpPr>
            <a:spLocks xmlns:a="http://schemas.openxmlformats.org/drawingml/2006/main" noGrp="1"/>
          </p:cNvSpPr>
          <p:nvPr/>
        </p:nvSpPr>
        <p:spPr>
          <a:xfrm xmlns:a="http://schemas.openxmlformats.org/drawingml/2006/main">
            <a:off x="552450" y="228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SECTION 9  ·  WHY THIS MATTERS FOR YOU</a:t>
            </a:r>
          </a:p>
        </p:txBody>
      </p:sp>
      <p:sp>
        <p:nvSpPr>
          <p:cNvPr id="2" name="">
            <a:extLst xmlns:a="http://schemas.openxmlformats.org/drawingml/2006/main">
              <a:ext uri="{FF2B5EF4-FFF2-40B4-BE49-F238E27FC236}">
                <a16:creationId xmlns:a16="http://schemas.microsoft.com/office/drawing/2014/main" id="{66979957-6B35-4FF8-9E15-1A638AE17035}"/>
              </a:ext>
            </a:extLst>
          </p:cNvPr>
          <p:cNvSpPr>
            <a:spLocks xmlns:a="http://schemas.openxmlformats.org/drawingml/2006/main" noGrp="1"/>
          </p:cNvSpPr>
          <p:nvPr/>
        </p:nvSpPr>
        <p:spPr>
          <a:xfrm xmlns:a="http://schemas.openxmlformats.org/drawingml/2006/main">
            <a:off x="552450" y="5238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2700" b="1" i="0">
                <a:solidFill>
                  <a:srgbClr val="FFFFFF"/>
                </a:solidFill>
                <a:latin typeface="Courier New"/>
                <a:ea typeface="Courier New"/>
                <a:cs typeface="Courier New"/>
              </a:defRPr>
            </a:pPr>
            <a:r>
              <a:rPr sz="2700" b="1" i="0">
                <a:solidFill>
                  <a:srgbClr val="FFFFFF"/>
                </a:solidFill>
                <a:latin typeface="Courier New"/>
                <a:ea typeface="Courier New"/>
                <a:cs typeface="Courier New"/>
              </a:rPr>
              <a:t>Moving data is the hidden cost</a:t>
            </a:r>
          </a:p>
        </p:txBody>
      </p:sp>
      <p:sp>
        <p:nvSpPr>
          <p:cNvPr id="3" name="">
            <a:extLst xmlns:a="http://schemas.openxmlformats.org/drawingml/2006/main">
              <a:ext uri="{FF2B5EF4-FFF2-40B4-BE49-F238E27FC236}">
                <a16:creationId xmlns:a16="http://schemas.microsoft.com/office/drawing/2014/main" id="{9EEC508F-428C-48DD-BC2A-9F6661E1E6B5}"/>
              </a:ext>
            </a:extLst>
          </p:cNvPr>
          <p:cNvSpPr>
            <a:spLocks xmlns:a="http://schemas.openxmlformats.org/drawingml/2006/main" noGrp="1"/>
          </p:cNvSpPr>
          <p:nvPr/>
        </p:nvSpPr>
        <p:spPr>
          <a:xfrm xmlns:a="http://schemas.openxmlformats.org/drawingml/2006/main">
            <a:off x="10668000" y="190500"/>
            <a:ext cx="95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r">
              <a:defRPr sz="5100" b="1" i="0">
                <a:solidFill>
                  <a:srgbClr val="23232F"/>
                </a:solidFill>
                <a:latin typeface="Courier New"/>
                <a:ea typeface="Courier New"/>
                <a:cs typeface="Courier New"/>
              </a:defRPr>
            </a:pPr>
            <a:r>
              <a:rPr sz="5100" b="1" i="0">
                <a:solidFill>
                  <a:srgbClr val="23232F"/>
                </a:solidFill>
                <a:latin typeface="Courier New"/>
                <a:ea typeface="Courier New"/>
                <a:cs typeface="Courier New"/>
              </a:rPr>
              <a:t>4</a:t>
            </a:r>
          </a:p>
        </p:txBody>
      </p:sp>
      <p:sp>
        <p:nvSpPr>
          <p:cNvPr id="4" name="">
            <a:extLst xmlns:a="http://schemas.openxmlformats.org/drawingml/2006/main">
              <a:ext uri="{FF2B5EF4-FFF2-40B4-BE49-F238E27FC236}">
                <a16:creationId xmlns:a16="http://schemas.microsoft.com/office/drawing/2014/main" id="{6A4AB876-EC3F-4664-86AB-E4D9A56242FB}"/>
              </a:ext>
            </a:extLst>
          </p:cNvPr>
          <p:cNvSpPr>
            <a:spLocks xmlns:a="http://schemas.openxmlformats.org/drawingml/2006/main" noGrp="1"/>
          </p:cNvSpPr>
          <p:nvPr/>
        </p:nvSpPr>
        <p:spPr>
          <a:xfrm xmlns:a="http://schemas.openxmlformats.org/drawingml/2006/main">
            <a:off x="742950" y="1333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F27878"/>
                </a:solidFill>
                <a:latin typeface="Courier New"/>
                <a:ea typeface="Courier New"/>
                <a:cs typeface="Courier New"/>
              </a:defRPr>
            </a:pPr>
            <a:r>
              <a:rPr sz="1200" b="1" i="0">
                <a:solidFill>
                  <a:srgbClr val="F27878"/>
                </a:solidFill>
                <a:latin typeface="Courier New"/>
                <a:ea typeface="Courier New"/>
                <a:cs typeface="Courier New"/>
              </a:rPr>
              <a:t>THE EXPENSIVE CROSSING</a:t>
            </a:r>
          </a:p>
        </p:txBody>
      </p:sp>
      <p:sp>
        <p:nvSpPr>
          <p:cNvPr id="5" name="">
            <a:extLst xmlns:a="http://schemas.openxmlformats.org/drawingml/2006/main">
              <a:ext uri="{FF2B5EF4-FFF2-40B4-BE49-F238E27FC236}">
                <a16:creationId xmlns:a16="http://schemas.microsoft.com/office/drawing/2014/main" id="{B41E255B-4D7D-4FE3-9914-C31AD6DFCEDF}"/>
              </a:ext>
            </a:extLst>
          </p:cNvPr>
          <p:cNvSpPr>
            <a:spLocks xmlns:a="http://schemas.openxmlformats.org/drawingml/2006/main" noGrp="1"/>
          </p:cNvSpPr>
          <p:nvPr/>
        </p:nvSpPr>
        <p:spPr>
          <a:xfrm xmlns:a="http://schemas.openxmlformats.org/drawingml/2006/main">
            <a:off x="3000375" y="2238375"/>
            <a:ext cx="2000250" cy="523875"/>
          </a:xfrm>
          <a:prstGeom xmlns:a="http://schemas.openxmlformats.org/drawingml/2006/main" prst="rightArrow">
            <a:avLst/>
          </a:prstGeom>
          <a:solidFill xmlns:a="http://schemas.openxmlformats.org/drawingml/2006/main">
            <a:srgbClr val="F27878"/>
          </a:solidFill>
          <a:ln xmlns:a="http://schemas.openxmlformats.org/drawingml/2006/main" w="0">
            <a:solidFill>
              <a:srgbClr val="F27878"/>
            </a:solidFill>
            <a:prstDash val="solid"/>
          </a:ln>
        </p:spPr>
      </p:sp>
      <p:sp>
        <p:nvSpPr>
          <p:cNvPr id="6" name="">
            <a:extLst xmlns:a="http://schemas.openxmlformats.org/drawingml/2006/main">
              <a:ext uri="{FF2B5EF4-FFF2-40B4-BE49-F238E27FC236}">
                <a16:creationId xmlns:a16="http://schemas.microsoft.com/office/drawing/2014/main" id="{0FE7DE81-836B-4803-87D3-60BC2E5AA8C0}"/>
              </a:ext>
            </a:extLst>
          </p:cNvPr>
          <p:cNvSpPr>
            <a:spLocks xmlns:a="http://schemas.openxmlformats.org/drawingml/2006/main" noGrp="1"/>
          </p:cNvSpPr>
          <p:nvPr/>
        </p:nvSpPr>
        <p:spPr>
          <a:xfrm xmlns:a="http://schemas.openxmlformats.org/drawingml/2006/main">
            <a:off x="7239000" y="2238375"/>
            <a:ext cx="2000250" cy="523875"/>
          </a:xfrm>
          <a:prstGeom xmlns:a="http://schemas.openxmlformats.org/drawingml/2006/main" prst="rightArrow">
            <a:avLst/>
          </a:prstGeom>
          <a:solidFill xmlns:a="http://schemas.openxmlformats.org/drawingml/2006/main">
            <a:srgbClr val="F27878"/>
          </a:solidFill>
          <a:ln xmlns:a="http://schemas.openxmlformats.org/drawingml/2006/main" w="0">
            <a:solidFill>
              <a:srgbClr val="F27878"/>
            </a:solidFill>
            <a:prstDash val="solid"/>
          </a:ln>
        </p:spPr>
      </p:sp>
      <p:sp>
        <p:nvSpPr>
          <p:cNvPr id="7" name="">
            <a:extLst xmlns:a="http://schemas.openxmlformats.org/drawingml/2006/main">
              <a:ext uri="{FF2B5EF4-FFF2-40B4-BE49-F238E27FC236}">
                <a16:creationId xmlns:a16="http://schemas.microsoft.com/office/drawing/2014/main" id="{BEE0EB38-FC48-4979-BBE7-37638F0BD732}"/>
              </a:ext>
            </a:extLst>
          </p:cNvPr>
          <p:cNvSpPr>
            <a:spLocks xmlns:a="http://schemas.openxmlformats.org/drawingml/2006/main" noGrp="1"/>
          </p:cNvSpPr>
          <p:nvPr/>
        </p:nvSpPr>
        <p:spPr>
          <a:xfrm xmlns:a="http://schemas.openxmlformats.org/drawingml/2006/main">
            <a:off x="3000375" y="4238625"/>
            <a:ext cx="2000250" cy="523875"/>
          </a:xfrm>
          <a:prstGeom xmlns:a="http://schemas.openxmlformats.org/drawingml/2006/main" prst="rightArrow">
            <a:avLst/>
          </a:prstGeom>
          <a:solidFill xmlns:a="http://schemas.openxmlformats.org/drawingml/2006/main">
            <a:srgbClr val="3CE8B2"/>
          </a:solidFill>
          <a:ln xmlns:a="http://schemas.openxmlformats.org/drawingml/2006/main" w="0">
            <a:solidFill>
              <a:srgbClr val="3CE8B2"/>
            </a:solidFill>
            <a:prstDash val="solid"/>
          </a:ln>
        </p:spPr>
      </p:sp>
      <p:sp>
        <p:nvSpPr>
          <p:cNvPr id="8" name="">
            <a:extLst xmlns:a="http://schemas.openxmlformats.org/drawingml/2006/main">
              <a:ext uri="{FF2B5EF4-FFF2-40B4-BE49-F238E27FC236}">
                <a16:creationId xmlns:a16="http://schemas.microsoft.com/office/drawing/2014/main" id="{CD1F8D9C-F36C-4BDA-A46A-EE7BC1625578}"/>
              </a:ext>
            </a:extLst>
          </p:cNvPr>
          <p:cNvSpPr>
            <a:spLocks xmlns:a="http://schemas.openxmlformats.org/drawingml/2006/main" noGrp="1"/>
          </p:cNvSpPr>
          <p:nvPr/>
        </p:nvSpPr>
        <p:spPr>
          <a:xfrm xmlns:a="http://schemas.openxmlformats.org/drawingml/2006/main">
            <a:off x="762000" y="1857375"/>
            <a:ext cx="2238375" cy="1285875"/>
          </a:xfrm>
          <a:prstGeom xmlns:a="http://schemas.openxmlformats.org/drawingml/2006/main" prst="roundRect">
            <a:avLst>
              <a:gd name="adj" fmla="val 8889"/>
            </a:avLst>
          </a:prstGeom>
          <a:solidFill xmlns:a="http://schemas.openxmlformats.org/drawingml/2006/main">
            <a:srgbClr val="14141D"/>
          </a:solidFill>
          <a:ln xmlns:a="http://schemas.openxmlformats.org/drawingml/2006/main" w="19050">
            <a:solidFill>
              <a:srgbClr val="63A4FF"/>
            </a:solidFill>
            <a:prstDash val="solid"/>
          </a:ln>
        </p:spPr>
        <p:txBody>
          <a:bodyPr xmlns:a="http://schemas.openxmlformats.org/drawingml/2006/main" wrap="square" anchor="ctr"/>
          <a:lstStyle xmlns:a="http://schemas.openxmlformats.org/drawingml/2006/main"/>
          <a:p xmlns:a="http://schemas.openxmlformats.org/drawingml/2006/main">
            <a:pPr algn="ctr">
              <a:defRPr sz="1950" b="1">
                <a:solidFill>
                  <a:srgbClr val="63A4FF"/>
                </a:solidFill>
                <a:latin typeface="Courier New"/>
                <a:ea typeface="Courier New"/>
                <a:cs typeface="Courier New"/>
              </a:defRPr>
            </a:pPr>
            <a:r>
              <a:rPr sz="1950" b="1">
                <a:solidFill>
                  <a:srgbClr val="63A4FF"/>
                </a:solidFill>
                <a:latin typeface="Courier New"/>
                <a:ea typeface="Courier New"/>
                <a:cs typeface="Courier New"/>
              </a:rPr>
              <a:t>CPU</a:t>
            </a:r>
          </a:p>
          <a:p xmlns:a="http://schemas.openxmlformats.org/drawingml/2006/main">
            <a:pPr algn="ctr">
              <a:defRPr sz="1950" b="1">
                <a:solidFill>
                  <a:srgbClr val="63A4FF"/>
                </a:solidFill>
                <a:latin typeface="Courier New"/>
                <a:ea typeface="Courier New"/>
                <a:cs typeface="Courier New"/>
              </a:defRPr>
            </a:pPr>
            <a:r>
              <a:rPr sz="1950" b="1">
                <a:solidFill>
                  <a:srgbClr val="63A4FF"/>
                </a:solidFill>
                <a:latin typeface="Courier New"/>
                <a:ea typeface="Courier New"/>
                <a:cs typeface="Courier New"/>
              </a:rPr>
              <a:t>MEMORY</a:t>
            </a:r>
          </a:p>
        </p:txBody>
      </p:sp>
      <p:sp>
        <p:nvSpPr>
          <p:cNvPr id="9" name="">
            <a:extLst xmlns:a="http://schemas.openxmlformats.org/drawingml/2006/main">
              <a:ext uri="{FF2B5EF4-FFF2-40B4-BE49-F238E27FC236}">
                <a16:creationId xmlns:a16="http://schemas.microsoft.com/office/drawing/2014/main" id="{22B7F306-FFE3-4BBE-8366-1E3270F80E8A}"/>
              </a:ext>
            </a:extLst>
          </p:cNvPr>
          <p:cNvSpPr>
            <a:spLocks xmlns:a="http://schemas.openxmlformats.org/drawingml/2006/main" noGrp="1"/>
          </p:cNvSpPr>
          <p:nvPr/>
        </p:nvSpPr>
        <p:spPr>
          <a:xfrm xmlns:a="http://schemas.openxmlformats.org/drawingml/2006/main">
            <a:off x="5000625" y="1857375"/>
            <a:ext cx="2238375" cy="1285875"/>
          </a:xfrm>
          <a:prstGeom xmlns:a="http://schemas.openxmlformats.org/drawingml/2006/main" prst="roundRect">
            <a:avLst>
              <a:gd name="adj" fmla="val 8889"/>
            </a:avLst>
          </a:prstGeom>
          <a:solidFill xmlns:a="http://schemas.openxmlformats.org/drawingml/2006/main">
            <a:srgbClr val="211010"/>
          </a:solidFill>
          <a:ln xmlns:a="http://schemas.openxmlformats.org/drawingml/2006/main" w="19050">
            <a:solidFill>
              <a:srgbClr val="F27878"/>
            </a:solidFill>
            <a:prstDash val="solid"/>
          </a:ln>
        </p:spPr>
        <p:txBody>
          <a:bodyPr xmlns:a="http://schemas.openxmlformats.org/drawingml/2006/main" wrap="square" anchor="ctr"/>
          <a:lstStyle xmlns:a="http://schemas.openxmlformats.org/drawingml/2006/main"/>
          <a:p xmlns:a="http://schemas.openxmlformats.org/drawingml/2006/main">
            <a:pPr algn="ctr">
              <a:defRPr sz="1950" b="1">
                <a:solidFill>
                  <a:srgbClr val="F27878"/>
                </a:solidFill>
                <a:latin typeface="Courier New"/>
                <a:ea typeface="Courier New"/>
                <a:cs typeface="Courier New"/>
              </a:defRPr>
            </a:pPr>
            <a:r>
              <a:rPr sz="1950" b="1">
                <a:solidFill>
                  <a:srgbClr val="F27878"/>
                </a:solidFill>
                <a:latin typeface="Courier New"/>
                <a:ea typeface="Courier New"/>
                <a:cs typeface="Courier New"/>
              </a:rPr>
              <a:t>GPU</a:t>
            </a:r>
          </a:p>
          <a:p xmlns:a="http://schemas.openxmlformats.org/drawingml/2006/main">
            <a:pPr algn="ctr">
              <a:defRPr sz="1950" b="1">
                <a:solidFill>
                  <a:srgbClr val="F27878"/>
                </a:solidFill>
                <a:latin typeface="Courier New"/>
                <a:ea typeface="Courier New"/>
                <a:cs typeface="Courier New"/>
              </a:defRPr>
            </a:pPr>
            <a:r>
              <a:rPr sz="1950" b="1">
                <a:solidFill>
                  <a:srgbClr val="F27878"/>
                </a:solidFill>
                <a:latin typeface="Courier New"/>
                <a:ea typeface="Courier New"/>
                <a:cs typeface="Courier New"/>
              </a:rPr>
              <a:t>KERNEL</a:t>
            </a:r>
          </a:p>
        </p:txBody>
      </p:sp>
      <p:sp>
        <p:nvSpPr>
          <p:cNvPr id="10" name="">
            <a:extLst xmlns:a="http://schemas.openxmlformats.org/drawingml/2006/main">
              <a:ext uri="{FF2B5EF4-FFF2-40B4-BE49-F238E27FC236}">
                <a16:creationId xmlns:a16="http://schemas.microsoft.com/office/drawing/2014/main" id="{C80F00D2-B7F5-4052-8C2B-D6681942CD88}"/>
              </a:ext>
            </a:extLst>
          </p:cNvPr>
          <p:cNvSpPr>
            <a:spLocks xmlns:a="http://schemas.openxmlformats.org/drawingml/2006/main" noGrp="1"/>
          </p:cNvSpPr>
          <p:nvPr/>
        </p:nvSpPr>
        <p:spPr>
          <a:xfrm xmlns:a="http://schemas.openxmlformats.org/drawingml/2006/main">
            <a:off x="9239250" y="1857375"/>
            <a:ext cx="2238375" cy="1285875"/>
          </a:xfrm>
          <a:prstGeom xmlns:a="http://schemas.openxmlformats.org/drawingml/2006/main" prst="roundRect">
            <a:avLst>
              <a:gd name="adj" fmla="val 8889"/>
            </a:avLst>
          </a:prstGeom>
          <a:solidFill xmlns:a="http://schemas.openxmlformats.org/drawingml/2006/main">
            <a:srgbClr val="14141D"/>
          </a:solidFill>
          <a:ln xmlns:a="http://schemas.openxmlformats.org/drawingml/2006/main" w="19050">
            <a:solidFill>
              <a:srgbClr val="63A4FF"/>
            </a:solidFill>
            <a:prstDash val="solid"/>
          </a:ln>
        </p:spPr>
        <p:txBody>
          <a:bodyPr xmlns:a="http://schemas.openxmlformats.org/drawingml/2006/main" wrap="square" anchor="ctr"/>
          <a:lstStyle xmlns:a="http://schemas.openxmlformats.org/drawingml/2006/main"/>
          <a:p xmlns:a="http://schemas.openxmlformats.org/drawingml/2006/main">
            <a:pPr algn="ctr">
              <a:defRPr sz="1950" b="1">
                <a:solidFill>
                  <a:srgbClr val="63A4FF"/>
                </a:solidFill>
                <a:latin typeface="Courier New"/>
                <a:ea typeface="Courier New"/>
                <a:cs typeface="Courier New"/>
              </a:defRPr>
            </a:pPr>
            <a:r>
              <a:rPr sz="1950" b="1">
                <a:solidFill>
                  <a:srgbClr val="63A4FF"/>
                </a:solidFill>
                <a:latin typeface="Courier New"/>
                <a:ea typeface="Courier New"/>
                <a:cs typeface="Courier New"/>
              </a:rPr>
              <a:t>CPU</a:t>
            </a:r>
          </a:p>
          <a:p xmlns:a="http://schemas.openxmlformats.org/drawingml/2006/main">
            <a:pPr algn="ctr">
              <a:defRPr sz="1950" b="1">
                <a:solidFill>
                  <a:srgbClr val="63A4FF"/>
                </a:solidFill>
                <a:latin typeface="Courier New"/>
                <a:ea typeface="Courier New"/>
                <a:cs typeface="Courier New"/>
              </a:defRPr>
            </a:pPr>
            <a:r>
              <a:rPr sz="1950" b="1">
                <a:solidFill>
                  <a:srgbClr val="63A4FF"/>
                </a:solidFill>
                <a:latin typeface="Courier New"/>
                <a:ea typeface="Courier New"/>
                <a:cs typeface="Courier New"/>
              </a:rPr>
              <a:t>MEMORY</a:t>
            </a:r>
          </a:p>
        </p:txBody>
      </p:sp>
      <p:sp>
        <p:nvSpPr>
          <p:cNvPr id="11" name="">
            <a:extLst xmlns:a="http://schemas.openxmlformats.org/drawingml/2006/main">
              <a:ext uri="{FF2B5EF4-FFF2-40B4-BE49-F238E27FC236}">
                <a16:creationId xmlns:a16="http://schemas.microsoft.com/office/drawing/2014/main" id="{003B59A3-7D23-4192-9B16-311236F68338}"/>
              </a:ext>
            </a:extLst>
          </p:cNvPr>
          <p:cNvSpPr>
            <a:spLocks xmlns:a="http://schemas.openxmlformats.org/drawingml/2006/main" noGrp="1"/>
          </p:cNvSpPr>
          <p:nvPr/>
        </p:nvSpPr>
        <p:spPr>
          <a:xfrm xmlns:a="http://schemas.openxmlformats.org/drawingml/2006/main">
            <a:off x="3381375" y="2781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125" b="1" i="0">
                <a:solidFill>
                  <a:srgbClr val="F27878"/>
                </a:solidFill>
                <a:latin typeface="Courier New"/>
                <a:ea typeface="Courier New"/>
                <a:cs typeface="Courier New"/>
              </a:defRPr>
            </a:pPr>
            <a:r>
              <a:rPr sz="1125" b="1" i="0">
                <a:solidFill>
                  <a:srgbClr val="F27878"/>
                </a:solidFill>
                <a:latin typeface="Courier New"/>
                <a:ea typeface="Courier New"/>
                <a:cs typeface="Courier New"/>
              </a:rPr>
              <a:t>transfer</a:t>
            </a:r>
          </a:p>
        </p:txBody>
      </p:sp>
      <p:sp>
        <p:nvSpPr>
          <p:cNvPr id="12" name="">
            <a:extLst xmlns:a="http://schemas.openxmlformats.org/drawingml/2006/main">
              <a:ext uri="{FF2B5EF4-FFF2-40B4-BE49-F238E27FC236}">
                <a16:creationId xmlns:a16="http://schemas.microsoft.com/office/drawing/2014/main" id="{31BA7782-CBC2-420C-B604-BCD475778757}"/>
              </a:ext>
            </a:extLst>
          </p:cNvPr>
          <p:cNvSpPr>
            <a:spLocks xmlns:a="http://schemas.openxmlformats.org/drawingml/2006/main" noGrp="1"/>
          </p:cNvSpPr>
          <p:nvPr/>
        </p:nvSpPr>
        <p:spPr>
          <a:xfrm xmlns:a="http://schemas.openxmlformats.org/drawingml/2006/main">
            <a:off x="7620000" y="2781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125" b="1" i="0">
                <a:solidFill>
                  <a:srgbClr val="F27878"/>
                </a:solidFill>
                <a:latin typeface="Courier New"/>
                <a:ea typeface="Courier New"/>
                <a:cs typeface="Courier New"/>
              </a:defRPr>
            </a:pPr>
            <a:r>
              <a:rPr sz="1125" b="1" i="0">
                <a:solidFill>
                  <a:srgbClr val="F27878"/>
                </a:solidFill>
                <a:latin typeface="Courier New"/>
                <a:ea typeface="Courier New"/>
                <a:cs typeface="Courier New"/>
              </a:rPr>
              <a:t>transfer</a:t>
            </a:r>
          </a:p>
        </p:txBody>
      </p:sp>
      <p:sp>
        <p:nvSpPr>
          <p:cNvPr id="13" name="">
            <a:extLst xmlns:a="http://schemas.openxmlformats.org/drawingml/2006/main">
              <a:ext uri="{FF2B5EF4-FFF2-40B4-BE49-F238E27FC236}">
                <a16:creationId xmlns:a16="http://schemas.microsoft.com/office/drawing/2014/main" id="{3CE08989-BE92-4D18-B063-2C1ECD8B4C2B}"/>
              </a:ext>
            </a:extLst>
          </p:cNvPr>
          <p:cNvSpPr>
            <a:spLocks xmlns:a="http://schemas.openxmlformats.org/drawingml/2006/main" noGrp="1"/>
          </p:cNvSpPr>
          <p:nvPr/>
        </p:nvSpPr>
        <p:spPr>
          <a:xfrm xmlns:a="http://schemas.openxmlformats.org/drawingml/2006/main">
            <a:off x="762000" y="3314700"/>
            <a:ext cx="1071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650" b="1" i="0">
                <a:solidFill>
                  <a:srgbClr val="F27878"/>
                </a:solidFill>
                <a:latin typeface="Courier New"/>
                <a:ea typeface="Courier New"/>
                <a:cs typeface="Courier New"/>
              </a:defRPr>
            </a:pPr>
            <a:r>
              <a:rPr sz="1650" b="1" i="0">
                <a:solidFill>
                  <a:srgbClr val="F27878"/>
                </a:solidFill>
                <a:latin typeface="Courier New"/>
                <a:ea typeface="Courier New"/>
                <a:cs typeface="Courier New"/>
              </a:rPr>
              <a:t>BAD LOOP: transfer → compute → transfer</a:t>
            </a:r>
          </a:p>
        </p:txBody>
      </p:sp>
      <p:sp>
        <p:nvSpPr>
          <p:cNvPr id="14" name="">
            <a:extLst xmlns:a="http://schemas.openxmlformats.org/drawingml/2006/main">
              <a:ext uri="{FF2B5EF4-FFF2-40B4-BE49-F238E27FC236}">
                <a16:creationId xmlns:a16="http://schemas.microsoft.com/office/drawing/2014/main" id="{CEEA6065-8176-4F82-A003-4DD54030A2BB}"/>
              </a:ext>
            </a:extLst>
          </p:cNvPr>
          <p:cNvSpPr>
            <a:spLocks xmlns:a="http://schemas.openxmlformats.org/drawingml/2006/main" noGrp="1"/>
          </p:cNvSpPr>
          <p:nvPr/>
        </p:nvSpPr>
        <p:spPr>
          <a:xfrm xmlns:a="http://schemas.openxmlformats.org/drawingml/2006/main">
            <a:off x="762000" y="3905250"/>
            <a:ext cx="2238375" cy="1190625"/>
          </a:xfrm>
          <a:prstGeom xmlns:a="http://schemas.openxmlformats.org/drawingml/2006/main" prst="roundRect">
            <a:avLst>
              <a:gd name="adj" fmla="val 9600"/>
            </a:avLst>
          </a:prstGeom>
          <a:solidFill xmlns:a="http://schemas.openxmlformats.org/drawingml/2006/main">
            <a:srgbClr val="14141D"/>
          </a:solidFill>
          <a:ln xmlns:a="http://schemas.openxmlformats.org/drawingml/2006/main" w="14288">
            <a:solidFill>
              <a:srgbClr val="63A4FF"/>
            </a:solidFill>
            <a:prstDash val="solid"/>
          </a:ln>
        </p:spPr>
        <p:txBody>
          <a:bodyPr xmlns:a="http://schemas.openxmlformats.org/drawingml/2006/main" wrap="square" anchor="ctr"/>
          <a:lstStyle xmlns:a="http://schemas.openxmlformats.org/drawingml/2006/main"/>
          <a:p xmlns:a="http://schemas.openxmlformats.org/drawingml/2006/main">
            <a:pPr algn="ctr">
              <a:defRPr sz="1800" b="1">
                <a:solidFill>
                  <a:srgbClr val="63A4FF"/>
                </a:solidFill>
                <a:latin typeface="Courier New"/>
                <a:ea typeface="Courier New"/>
                <a:cs typeface="Courier New"/>
              </a:defRPr>
            </a:pPr>
            <a:r>
              <a:rPr sz="1800" b="1">
                <a:solidFill>
                  <a:srgbClr val="63A4FF"/>
                </a:solidFill>
                <a:latin typeface="Courier New"/>
                <a:ea typeface="Courier New"/>
                <a:cs typeface="Courier New"/>
              </a:rPr>
              <a:t>UPLOAD</a:t>
            </a:r>
          </a:p>
          <a:p xmlns:a="http://schemas.openxmlformats.org/drawingml/2006/main">
            <a:pPr algn="ctr">
              <a:defRPr sz="1800" b="1">
                <a:solidFill>
                  <a:srgbClr val="63A4FF"/>
                </a:solidFill>
                <a:latin typeface="Courier New"/>
                <a:ea typeface="Courier New"/>
                <a:cs typeface="Courier New"/>
              </a:defRPr>
            </a:pPr>
            <a:r>
              <a:rPr sz="1800" b="1">
                <a:solidFill>
                  <a:srgbClr val="63A4FF"/>
                </a:solidFill>
                <a:latin typeface="Courier New"/>
                <a:ea typeface="Courier New"/>
                <a:cs typeface="Courier New"/>
              </a:rPr>
              <a:t>ONCE</a:t>
            </a:r>
          </a:p>
        </p:txBody>
      </p:sp>
      <p:sp>
        <p:nvSpPr>
          <p:cNvPr id="15" name="">
            <a:extLst xmlns:a="http://schemas.openxmlformats.org/drawingml/2006/main">
              <a:ext uri="{FF2B5EF4-FFF2-40B4-BE49-F238E27FC236}">
                <a16:creationId xmlns:a16="http://schemas.microsoft.com/office/drawing/2014/main" id="{05F6A110-7808-4750-B89C-43A44C66F8E2}"/>
              </a:ext>
            </a:extLst>
          </p:cNvPr>
          <p:cNvSpPr>
            <a:spLocks xmlns:a="http://schemas.openxmlformats.org/drawingml/2006/main" noGrp="1"/>
          </p:cNvSpPr>
          <p:nvPr/>
        </p:nvSpPr>
        <p:spPr>
          <a:xfrm xmlns:a="http://schemas.openxmlformats.org/drawingml/2006/main">
            <a:off x="5000625" y="3905250"/>
            <a:ext cx="6477000" cy="1190625"/>
          </a:xfrm>
          <a:prstGeom xmlns:a="http://schemas.openxmlformats.org/drawingml/2006/main" prst="roundRect">
            <a:avLst>
              <a:gd name="adj" fmla="val 9600"/>
            </a:avLst>
          </a:prstGeom>
          <a:solidFill xmlns:a="http://schemas.openxmlformats.org/drawingml/2006/main">
            <a:srgbClr val="10231F"/>
          </a:solidFill>
          <a:ln xmlns:a="http://schemas.openxmlformats.org/drawingml/2006/main" w="23813">
            <a:solidFill>
              <a:srgbClr val="3CE8B2"/>
            </a:solidFill>
            <a:prstDash val="solid"/>
          </a:ln>
        </p:spPr>
      </p:sp>
      <p:sp>
        <p:nvSpPr>
          <p:cNvPr id="16" name="">
            <a:extLst xmlns:a="http://schemas.openxmlformats.org/drawingml/2006/main">
              <a:ext uri="{FF2B5EF4-FFF2-40B4-BE49-F238E27FC236}">
                <a16:creationId xmlns:a16="http://schemas.microsoft.com/office/drawing/2014/main" id="{D3855CBF-1905-415F-85DD-71D985D1B2FE}"/>
              </a:ext>
            </a:extLst>
          </p:cNvPr>
          <p:cNvSpPr>
            <a:spLocks xmlns:a="http://schemas.openxmlformats.org/drawingml/2006/main" noGrp="1"/>
          </p:cNvSpPr>
          <p:nvPr/>
        </p:nvSpPr>
        <p:spPr>
          <a:xfrm xmlns:a="http://schemas.openxmlformats.org/drawingml/2006/main">
            <a:off x="5286375" y="4191000"/>
            <a:ext cx="1000125" cy="609600"/>
          </a:xfrm>
          <a:prstGeom xmlns:a="http://schemas.openxmlformats.org/drawingml/2006/main" prst="roundRect">
            <a:avLst>
              <a:gd name="adj" fmla="val 18750"/>
            </a:avLst>
          </a:prstGeom>
          <a:solidFill xmlns:a="http://schemas.openxmlformats.org/drawingml/2006/main">
            <a:srgbClr val="153A34"/>
          </a:solidFill>
          <a:ln xmlns:a="http://schemas.openxmlformats.org/drawingml/2006/main" w="14288">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650" b="1">
                <a:solidFill>
                  <a:srgbClr val="3CE8B2"/>
                </a:solidFill>
                <a:latin typeface="Courier New"/>
                <a:ea typeface="Courier New"/>
                <a:cs typeface="Courier New"/>
              </a:defRPr>
            </a:pPr>
            <a:r>
              <a:rPr sz="1650" b="1">
                <a:solidFill>
                  <a:srgbClr val="3CE8B2"/>
                </a:solidFill>
                <a:latin typeface="Courier New"/>
                <a:ea typeface="Courier New"/>
                <a:cs typeface="Courier New"/>
              </a:rPr>
              <a:t>K1</a:t>
            </a:r>
          </a:p>
        </p:txBody>
      </p:sp>
      <p:sp>
        <p:nvSpPr>
          <p:cNvPr id="17" name="">
            <a:extLst xmlns:a="http://schemas.openxmlformats.org/drawingml/2006/main">
              <a:ext uri="{FF2B5EF4-FFF2-40B4-BE49-F238E27FC236}">
                <a16:creationId xmlns:a16="http://schemas.microsoft.com/office/drawing/2014/main" id="{23E5DB6D-9823-48D2-B03D-D82E82F2C931}"/>
              </a:ext>
            </a:extLst>
          </p:cNvPr>
          <p:cNvSpPr>
            <a:spLocks xmlns:a="http://schemas.openxmlformats.org/drawingml/2006/main" noGrp="1"/>
          </p:cNvSpPr>
          <p:nvPr/>
        </p:nvSpPr>
        <p:spPr>
          <a:xfrm xmlns:a="http://schemas.openxmlformats.org/drawingml/2006/main">
            <a:off x="6334125" y="4362450"/>
            <a:ext cx="323850" cy="266700"/>
          </a:xfrm>
          <a:prstGeom xmlns:a="http://schemas.openxmlformats.org/drawingml/2006/main" prst="rightArrow">
            <a:avLst/>
          </a:prstGeom>
          <a:solidFill xmlns:a="http://schemas.openxmlformats.org/drawingml/2006/main">
            <a:srgbClr val="3CE8B2"/>
          </a:solidFill>
          <a:ln xmlns:a="http://schemas.openxmlformats.org/drawingml/2006/main" w="0">
            <a:solidFill>
              <a:srgbClr val="3CE8B2"/>
            </a:solidFill>
            <a:prstDash val="solid"/>
          </a:ln>
        </p:spPr>
      </p:sp>
      <p:sp>
        <p:nvSpPr>
          <p:cNvPr id="18" name="">
            <a:extLst xmlns:a="http://schemas.openxmlformats.org/drawingml/2006/main">
              <a:ext uri="{FF2B5EF4-FFF2-40B4-BE49-F238E27FC236}">
                <a16:creationId xmlns:a16="http://schemas.microsoft.com/office/drawing/2014/main" id="{6A659264-6CDA-4E00-8EE0-61AAC09FDC2C}"/>
              </a:ext>
            </a:extLst>
          </p:cNvPr>
          <p:cNvSpPr>
            <a:spLocks xmlns:a="http://schemas.openxmlformats.org/drawingml/2006/main" noGrp="1"/>
          </p:cNvSpPr>
          <p:nvPr/>
        </p:nvSpPr>
        <p:spPr>
          <a:xfrm xmlns:a="http://schemas.openxmlformats.org/drawingml/2006/main">
            <a:off x="6715125" y="4191000"/>
            <a:ext cx="1000125" cy="609600"/>
          </a:xfrm>
          <a:prstGeom xmlns:a="http://schemas.openxmlformats.org/drawingml/2006/main" prst="roundRect">
            <a:avLst>
              <a:gd name="adj" fmla="val 18750"/>
            </a:avLst>
          </a:prstGeom>
          <a:solidFill xmlns:a="http://schemas.openxmlformats.org/drawingml/2006/main">
            <a:srgbClr val="153A34"/>
          </a:solidFill>
          <a:ln xmlns:a="http://schemas.openxmlformats.org/drawingml/2006/main" w="14288">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650" b="1">
                <a:solidFill>
                  <a:srgbClr val="3CE8B2"/>
                </a:solidFill>
                <a:latin typeface="Courier New"/>
                <a:ea typeface="Courier New"/>
                <a:cs typeface="Courier New"/>
              </a:defRPr>
            </a:pPr>
            <a:r>
              <a:rPr sz="1650" b="1">
                <a:solidFill>
                  <a:srgbClr val="3CE8B2"/>
                </a:solidFill>
                <a:latin typeface="Courier New"/>
                <a:ea typeface="Courier New"/>
                <a:cs typeface="Courier New"/>
              </a:rPr>
              <a:t>K2</a:t>
            </a:r>
          </a:p>
        </p:txBody>
      </p:sp>
      <p:sp>
        <p:nvSpPr>
          <p:cNvPr id="19" name="">
            <a:extLst xmlns:a="http://schemas.openxmlformats.org/drawingml/2006/main">
              <a:ext uri="{FF2B5EF4-FFF2-40B4-BE49-F238E27FC236}">
                <a16:creationId xmlns:a16="http://schemas.microsoft.com/office/drawing/2014/main" id="{99B36B25-47A0-4E55-8394-5BB4237958E8}"/>
              </a:ext>
            </a:extLst>
          </p:cNvPr>
          <p:cNvSpPr>
            <a:spLocks xmlns:a="http://schemas.openxmlformats.org/drawingml/2006/main" noGrp="1"/>
          </p:cNvSpPr>
          <p:nvPr/>
        </p:nvSpPr>
        <p:spPr>
          <a:xfrm xmlns:a="http://schemas.openxmlformats.org/drawingml/2006/main">
            <a:off x="7762875" y="4362450"/>
            <a:ext cx="323850" cy="266700"/>
          </a:xfrm>
          <a:prstGeom xmlns:a="http://schemas.openxmlformats.org/drawingml/2006/main" prst="rightArrow">
            <a:avLst/>
          </a:prstGeom>
          <a:solidFill xmlns:a="http://schemas.openxmlformats.org/drawingml/2006/main">
            <a:srgbClr val="3CE8B2"/>
          </a:solidFill>
          <a:ln xmlns:a="http://schemas.openxmlformats.org/drawingml/2006/main" w="0">
            <a:solidFill>
              <a:srgbClr val="3CE8B2"/>
            </a:solidFill>
            <a:prstDash val="solid"/>
          </a:ln>
        </p:spPr>
      </p:sp>
      <p:sp>
        <p:nvSpPr>
          <p:cNvPr id="20" name="">
            <a:extLst xmlns:a="http://schemas.openxmlformats.org/drawingml/2006/main">
              <a:ext uri="{FF2B5EF4-FFF2-40B4-BE49-F238E27FC236}">
                <a16:creationId xmlns:a16="http://schemas.microsoft.com/office/drawing/2014/main" id="{B49639B7-7B67-4310-A25C-741272A65F3B}"/>
              </a:ext>
            </a:extLst>
          </p:cNvPr>
          <p:cNvSpPr>
            <a:spLocks xmlns:a="http://schemas.openxmlformats.org/drawingml/2006/main" noGrp="1"/>
          </p:cNvSpPr>
          <p:nvPr/>
        </p:nvSpPr>
        <p:spPr>
          <a:xfrm xmlns:a="http://schemas.openxmlformats.org/drawingml/2006/main">
            <a:off x="8143875" y="4191000"/>
            <a:ext cx="1000125" cy="609600"/>
          </a:xfrm>
          <a:prstGeom xmlns:a="http://schemas.openxmlformats.org/drawingml/2006/main" prst="roundRect">
            <a:avLst>
              <a:gd name="adj" fmla="val 18750"/>
            </a:avLst>
          </a:prstGeom>
          <a:solidFill xmlns:a="http://schemas.openxmlformats.org/drawingml/2006/main">
            <a:srgbClr val="153A34"/>
          </a:solidFill>
          <a:ln xmlns:a="http://schemas.openxmlformats.org/drawingml/2006/main" w="14288">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650" b="1">
                <a:solidFill>
                  <a:srgbClr val="3CE8B2"/>
                </a:solidFill>
                <a:latin typeface="Courier New"/>
                <a:ea typeface="Courier New"/>
                <a:cs typeface="Courier New"/>
              </a:defRPr>
            </a:pPr>
            <a:r>
              <a:rPr sz="1650" b="1">
                <a:solidFill>
                  <a:srgbClr val="3CE8B2"/>
                </a:solidFill>
                <a:latin typeface="Courier New"/>
                <a:ea typeface="Courier New"/>
                <a:cs typeface="Courier New"/>
              </a:rPr>
              <a:t>K3</a:t>
            </a:r>
          </a:p>
        </p:txBody>
      </p:sp>
      <p:sp>
        <p:nvSpPr>
          <p:cNvPr id="21" name="">
            <a:extLst xmlns:a="http://schemas.openxmlformats.org/drawingml/2006/main">
              <a:ext uri="{FF2B5EF4-FFF2-40B4-BE49-F238E27FC236}">
                <a16:creationId xmlns:a16="http://schemas.microsoft.com/office/drawing/2014/main" id="{82D053DF-0723-42C0-BA13-8DC487D852B8}"/>
              </a:ext>
            </a:extLst>
          </p:cNvPr>
          <p:cNvSpPr>
            <a:spLocks xmlns:a="http://schemas.openxmlformats.org/drawingml/2006/main" noGrp="1"/>
          </p:cNvSpPr>
          <p:nvPr/>
        </p:nvSpPr>
        <p:spPr>
          <a:xfrm xmlns:a="http://schemas.openxmlformats.org/drawingml/2006/main">
            <a:off x="9191625" y="4362450"/>
            <a:ext cx="323850" cy="266700"/>
          </a:xfrm>
          <a:prstGeom xmlns:a="http://schemas.openxmlformats.org/drawingml/2006/main" prst="rightArrow">
            <a:avLst/>
          </a:prstGeom>
          <a:solidFill xmlns:a="http://schemas.openxmlformats.org/drawingml/2006/main">
            <a:srgbClr val="3CE8B2"/>
          </a:solidFill>
          <a:ln xmlns:a="http://schemas.openxmlformats.org/drawingml/2006/main" w="0">
            <a:solidFill>
              <a:srgbClr val="3CE8B2"/>
            </a:solidFill>
            <a:prstDash val="solid"/>
          </a:ln>
        </p:spPr>
      </p:sp>
      <p:sp>
        <p:nvSpPr>
          <p:cNvPr id="22" name="">
            <a:extLst xmlns:a="http://schemas.openxmlformats.org/drawingml/2006/main">
              <a:ext uri="{FF2B5EF4-FFF2-40B4-BE49-F238E27FC236}">
                <a16:creationId xmlns:a16="http://schemas.microsoft.com/office/drawing/2014/main" id="{B560C9D5-8B85-46D3-BC2A-BC2AEC15D4A7}"/>
              </a:ext>
            </a:extLst>
          </p:cNvPr>
          <p:cNvSpPr>
            <a:spLocks xmlns:a="http://schemas.openxmlformats.org/drawingml/2006/main" noGrp="1"/>
          </p:cNvSpPr>
          <p:nvPr/>
        </p:nvSpPr>
        <p:spPr>
          <a:xfrm xmlns:a="http://schemas.openxmlformats.org/drawingml/2006/main">
            <a:off x="9572625" y="4191000"/>
            <a:ext cx="1000125" cy="609600"/>
          </a:xfrm>
          <a:prstGeom xmlns:a="http://schemas.openxmlformats.org/drawingml/2006/main" prst="roundRect">
            <a:avLst>
              <a:gd name="adj" fmla="val 18750"/>
            </a:avLst>
          </a:prstGeom>
          <a:solidFill xmlns:a="http://schemas.openxmlformats.org/drawingml/2006/main">
            <a:srgbClr val="153A34"/>
          </a:solidFill>
          <a:ln xmlns:a="http://schemas.openxmlformats.org/drawingml/2006/main" w="14288">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650" b="1">
                <a:solidFill>
                  <a:srgbClr val="3CE8B2"/>
                </a:solidFill>
                <a:latin typeface="Courier New"/>
                <a:ea typeface="Courier New"/>
                <a:cs typeface="Courier New"/>
              </a:defRPr>
            </a:pPr>
            <a:r>
              <a:rPr sz="1650" b="1">
                <a:solidFill>
                  <a:srgbClr val="3CE8B2"/>
                </a:solidFill>
                <a:latin typeface="Courier New"/>
                <a:ea typeface="Courier New"/>
                <a:cs typeface="Courier New"/>
              </a:rPr>
              <a:t>K4</a:t>
            </a:r>
          </a:p>
        </p:txBody>
      </p:sp>
      <p:sp>
        <p:nvSpPr>
          <p:cNvPr id="23" name="">
            <a:extLst xmlns:a="http://schemas.openxmlformats.org/drawingml/2006/main">
              <a:ext uri="{FF2B5EF4-FFF2-40B4-BE49-F238E27FC236}">
                <a16:creationId xmlns:a16="http://schemas.microsoft.com/office/drawing/2014/main" id="{26A03356-9830-40DA-8F94-9DF121A42EB3}"/>
              </a:ext>
            </a:extLst>
          </p:cNvPr>
          <p:cNvSpPr>
            <a:spLocks xmlns:a="http://schemas.openxmlformats.org/drawingml/2006/main" noGrp="1"/>
          </p:cNvSpPr>
          <p:nvPr/>
        </p:nvSpPr>
        <p:spPr>
          <a:xfrm xmlns:a="http://schemas.openxmlformats.org/drawingml/2006/main">
            <a:off x="5000625" y="5191125"/>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500" b="1" i="0">
                <a:solidFill>
                  <a:srgbClr val="3CE8B2"/>
                </a:solidFill>
                <a:latin typeface="Calibri"/>
                <a:ea typeface="Calibri"/>
                <a:cs typeface="Calibri"/>
              </a:defRPr>
            </a:pPr>
            <a:r>
              <a:rPr sz="1500" b="1" i="0">
                <a:solidFill>
                  <a:srgbClr val="3CE8B2"/>
                </a:solidFill>
                <a:latin typeface="Calibri"/>
                <a:ea typeface="Calibri"/>
                <a:cs typeface="Calibri"/>
              </a:rPr>
              <a:t>data stays resident</a:t>
            </a:r>
          </a:p>
        </p:txBody>
      </p:sp>
      <p:sp>
        <p:nvSpPr>
          <p:cNvPr id="24" name="">
            <a:extLst xmlns:a="http://schemas.openxmlformats.org/drawingml/2006/main">
              <a:ext uri="{FF2B5EF4-FFF2-40B4-BE49-F238E27FC236}">
                <a16:creationId xmlns:a16="http://schemas.microsoft.com/office/drawing/2014/main" id="{6276A4C2-484C-4474-9845-2D99C0334B85}"/>
              </a:ext>
            </a:extLst>
          </p:cNvPr>
          <p:cNvSpPr>
            <a:spLocks xmlns:a="http://schemas.openxmlformats.org/drawingml/2006/main" noGrp="1"/>
          </p:cNvSpPr>
          <p:nvPr/>
        </p:nvSpPr>
        <p:spPr>
          <a:xfrm xmlns:a="http://schemas.openxmlformats.org/drawingml/2006/main">
            <a:off x="762000" y="5638800"/>
            <a:ext cx="10715625" cy="571500"/>
          </a:xfrm>
          <a:prstGeom xmlns:a="http://schemas.openxmlformats.org/drawingml/2006/main" prst="roundRect">
            <a:avLst>
              <a:gd name="adj" fmla="val 20000"/>
            </a:avLst>
          </a:prstGeom>
          <a:solidFill xmlns:a="http://schemas.openxmlformats.org/drawingml/2006/main">
            <a:srgbClr val="211A0D"/>
          </a:solidFill>
          <a:ln xmlns:a="http://schemas.openxmlformats.org/drawingml/2006/main" w="11430">
            <a:solidFill>
              <a:srgbClr val="E8A832"/>
            </a:solidFill>
            <a:prstDash val="solid"/>
          </a:ln>
        </p:spPr>
      </p:sp>
      <p:sp>
        <p:nvSpPr>
          <p:cNvPr id="25" name="">
            <a:extLst xmlns:a="http://schemas.openxmlformats.org/drawingml/2006/main">
              <a:ext uri="{FF2B5EF4-FFF2-40B4-BE49-F238E27FC236}">
                <a16:creationId xmlns:a16="http://schemas.microsoft.com/office/drawing/2014/main" id="{7A0FE67B-16DE-41DA-855D-831108D1A2E1}"/>
              </a:ext>
            </a:extLst>
          </p:cNvPr>
          <p:cNvSpPr>
            <a:spLocks xmlns:a="http://schemas.openxmlformats.org/drawingml/2006/main" noGrp="1"/>
          </p:cNvSpPr>
          <p:nvPr/>
        </p:nvSpPr>
        <p:spPr>
          <a:xfrm xmlns:a="http://schemas.openxmlformats.org/drawingml/2006/main">
            <a:off x="1047750" y="5715000"/>
            <a:ext cx="1014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875" b="1" i="0">
                <a:solidFill>
                  <a:srgbClr val="E8A832"/>
                </a:solidFill>
                <a:latin typeface="Calibri"/>
                <a:ea typeface="Calibri"/>
                <a:cs typeface="Calibri"/>
              </a:defRPr>
            </a:pPr>
            <a:r>
              <a:rPr sz="1875" b="1" i="0">
                <a:solidFill>
                  <a:srgbClr val="E8A832"/>
                </a:solidFill>
                <a:latin typeface="Calibri"/>
                <a:ea typeface="Calibri"/>
                <a:cs typeface="Calibri"/>
              </a:rPr>
              <a:t>Arithmetic per byte moved must pay for the crossing.</a:t>
            </a:r>
          </a:p>
        </p:txBody>
      </p:sp>
    </p:spTree>
    <p:extLst>
      <p:ext uri="{BB962C8B-B14F-4D97-AF65-F5344CB8AC3E}">
        <p14:creationId xmlns:p14="http://schemas.microsoft.com/office/powerpoint/2010/main" val="1899595810"/>
      </p:ext>
    </p:extLst>
  </p:cSld>
</p:sld>
</file>

<file path=ppt/slides/slide5.xml><?xml version="1.0" encoding="utf-8"?>
<p:sld xmlns:p="http://schemas.openxmlformats.org/presentationml/2006/main">
  <p:cSld>
    <p:bg>
      <p:bgPr>
        <a:solidFill xmlns:a="http://schemas.openxmlformats.org/drawingml/2006/main">
          <a:srgbClr val="0B0B10"/>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17630755-B8BE-43E4-9234-8A4C14D5C69F}"/>
              </a:ext>
            </a:extLst>
          </p:cNvPr>
          <p:cNvSpPr>
            <a:spLocks xmlns:a="http://schemas.openxmlformats.org/drawingml/2006/main" noGrp="1"/>
          </p:cNvSpPr>
          <p:nvPr/>
        </p:nvSpPr>
        <p:spPr>
          <a:xfrm xmlns:a="http://schemas.openxmlformats.org/drawingml/2006/main">
            <a:off x="552450" y="228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SECTION 9  ·  WHY THIS MATTERS FOR YOU</a:t>
            </a:r>
          </a:p>
        </p:txBody>
      </p:sp>
      <p:sp>
        <p:nvSpPr>
          <p:cNvPr id="2" name="">
            <a:extLst xmlns:a="http://schemas.openxmlformats.org/drawingml/2006/main">
              <a:ext uri="{FF2B5EF4-FFF2-40B4-BE49-F238E27FC236}">
                <a16:creationId xmlns:a16="http://schemas.microsoft.com/office/drawing/2014/main" id="{1EE4811C-F361-492E-A4B3-B52EDC29B543}"/>
              </a:ext>
            </a:extLst>
          </p:cNvPr>
          <p:cNvSpPr>
            <a:spLocks xmlns:a="http://schemas.openxmlformats.org/drawingml/2006/main" noGrp="1"/>
          </p:cNvSpPr>
          <p:nvPr/>
        </p:nvSpPr>
        <p:spPr>
          <a:xfrm xmlns:a="http://schemas.openxmlformats.org/drawingml/2006/main">
            <a:off x="552450" y="5238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2700" b="1" i="0">
                <a:solidFill>
                  <a:srgbClr val="FFFFFF"/>
                </a:solidFill>
                <a:latin typeface="Courier New"/>
                <a:ea typeface="Courier New"/>
                <a:cs typeface="Courier New"/>
              </a:defRPr>
            </a:pPr>
            <a:r>
              <a:rPr sz="2700" b="1" i="0">
                <a:solidFill>
                  <a:srgbClr val="FFFFFF"/>
                </a:solidFill>
                <a:latin typeface="Courier New"/>
                <a:ea typeface="Courier New"/>
                <a:cs typeface="Courier New"/>
              </a:rPr>
              <a:t>Small costs scale; precision is priced</a:t>
            </a:r>
          </a:p>
        </p:txBody>
      </p:sp>
      <p:sp>
        <p:nvSpPr>
          <p:cNvPr id="3" name="">
            <a:extLst xmlns:a="http://schemas.openxmlformats.org/drawingml/2006/main">
              <a:ext uri="{FF2B5EF4-FFF2-40B4-BE49-F238E27FC236}">
                <a16:creationId xmlns:a16="http://schemas.microsoft.com/office/drawing/2014/main" id="{F92F329A-A9CC-48D7-A1CC-A2D60EB00001}"/>
              </a:ext>
            </a:extLst>
          </p:cNvPr>
          <p:cNvSpPr>
            <a:spLocks xmlns:a="http://schemas.openxmlformats.org/drawingml/2006/main" noGrp="1"/>
          </p:cNvSpPr>
          <p:nvPr/>
        </p:nvSpPr>
        <p:spPr>
          <a:xfrm xmlns:a="http://schemas.openxmlformats.org/drawingml/2006/main">
            <a:off x="10668000" y="190500"/>
            <a:ext cx="95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r">
              <a:defRPr sz="5100" b="1" i="0">
                <a:solidFill>
                  <a:srgbClr val="23232F"/>
                </a:solidFill>
                <a:latin typeface="Courier New"/>
                <a:ea typeface="Courier New"/>
                <a:cs typeface="Courier New"/>
              </a:defRPr>
            </a:pPr>
            <a:r>
              <a:rPr sz="5100" b="1" i="0">
                <a:solidFill>
                  <a:srgbClr val="23232F"/>
                </a:solidFill>
                <a:latin typeface="Courier New"/>
                <a:ea typeface="Courier New"/>
                <a:cs typeface="Courier New"/>
              </a:rPr>
              <a:t>5</a:t>
            </a:r>
          </a:p>
        </p:txBody>
      </p:sp>
      <p:sp>
        <p:nvSpPr>
          <p:cNvPr id="4" name="">
            <a:extLst xmlns:a="http://schemas.openxmlformats.org/drawingml/2006/main">
              <a:ext uri="{FF2B5EF4-FFF2-40B4-BE49-F238E27FC236}">
                <a16:creationId xmlns:a16="http://schemas.microsoft.com/office/drawing/2014/main" id="{C758B50B-4D8D-484A-A260-D4214B2A2207}"/>
              </a:ext>
            </a:extLst>
          </p:cNvPr>
          <p:cNvSpPr>
            <a:spLocks xmlns:a="http://schemas.openxmlformats.org/drawingml/2006/main" noGrp="1"/>
          </p:cNvSpPr>
          <p:nvPr/>
        </p:nvSpPr>
        <p:spPr>
          <a:xfrm xmlns:a="http://schemas.openxmlformats.org/drawingml/2006/main">
            <a:off x="742950" y="138112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63A4FF"/>
                </a:solidFill>
                <a:latin typeface="Courier New"/>
                <a:ea typeface="Courier New"/>
                <a:cs typeface="Courier New"/>
              </a:defRPr>
            </a:pPr>
            <a:r>
              <a:rPr sz="1200" b="1" i="0">
                <a:solidFill>
                  <a:srgbClr val="63A4FF"/>
                </a:solidFill>
                <a:latin typeface="Courier New"/>
                <a:ea typeface="Courier New"/>
                <a:cs typeface="Courier New"/>
              </a:rPr>
              <a:t>LAUNCH GRANULARITY</a:t>
            </a:r>
          </a:p>
        </p:txBody>
      </p:sp>
      <p:sp>
        <p:nvSpPr>
          <p:cNvPr id="5" name="">
            <a:extLst xmlns:a="http://schemas.openxmlformats.org/drawingml/2006/main">
              <a:ext uri="{FF2B5EF4-FFF2-40B4-BE49-F238E27FC236}">
                <a16:creationId xmlns:a16="http://schemas.microsoft.com/office/drawing/2014/main" id="{6BA0CF9F-1ED0-4F2E-A877-0C92AA58934A}"/>
              </a:ext>
            </a:extLst>
          </p:cNvPr>
          <p:cNvSpPr>
            <a:spLocks xmlns:a="http://schemas.openxmlformats.org/drawingml/2006/main" noGrp="1"/>
          </p:cNvSpPr>
          <p:nvPr/>
        </p:nvSpPr>
        <p:spPr>
          <a:xfrm xmlns:a="http://schemas.openxmlformats.org/drawingml/2006/main">
            <a:off x="762000" y="176212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575" b="1" i="0">
                <a:solidFill>
                  <a:srgbClr val="F27878"/>
                </a:solidFill>
                <a:latin typeface="Calibri"/>
                <a:ea typeface="Calibri"/>
                <a:cs typeface="Calibri"/>
              </a:defRPr>
            </a:pPr>
            <a:r>
              <a:rPr sz="1575" b="1" i="0">
                <a:solidFill>
                  <a:srgbClr val="F27878"/>
                </a:solidFill>
                <a:latin typeface="Calibri"/>
                <a:ea typeface="Calibri"/>
                <a:cs typeface="Calibri"/>
              </a:rPr>
              <a:t>1000 tiny launches</a:t>
            </a:r>
          </a:p>
        </p:txBody>
      </p:sp>
      <p:sp>
        <p:nvSpPr>
          <p:cNvPr id="6" name="">
            <a:extLst xmlns:a="http://schemas.openxmlformats.org/drawingml/2006/main">
              <a:ext uri="{FF2B5EF4-FFF2-40B4-BE49-F238E27FC236}">
                <a16:creationId xmlns:a16="http://schemas.microsoft.com/office/drawing/2014/main" id="{E56F91B8-2AAD-4551-9357-1C55BA940F6A}"/>
              </a:ext>
            </a:extLst>
          </p:cNvPr>
          <p:cNvSpPr>
            <a:spLocks xmlns:a="http://schemas.openxmlformats.org/drawingml/2006/main" noGrp="1"/>
          </p:cNvSpPr>
          <p:nvPr/>
        </p:nvSpPr>
        <p:spPr>
          <a:xfrm xmlns:a="http://schemas.openxmlformats.org/drawingml/2006/main">
            <a:off x="781050"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7" name="">
            <a:extLst xmlns:a="http://schemas.openxmlformats.org/drawingml/2006/main">
              <a:ext uri="{FF2B5EF4-FFF2-40B4-BE49-F238E27FC236}">
                <a16:creationId xmlns:a16="http://schemas.microsoft.com/office/drawing/2014/main" id="{ADE9048A-F7FE-4DD3-9F1B-6F2A1BF57D5B}"/>
              </a:ext>
            </a:extLst>
          </p:cNvPr>
          <p:cNvSpPr>
            <a:spLocks xmlns:a="http://schemas.openxmlformats.org/drawingml/2006/main" noGrp="1"/>
          </p:cNvSpPr>
          <p:nvPr/>
        </p:nvSpPr>
        <p:spPr>
          <a:xfrm xmlns:a="http://schemas.openxmlformats.org/drawingml/2006/main">
            <a:off x="1057275"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8" name="">
            <a:extLst xmlns:a="http://schemas.openxmlformats.org/drawingml/2006/main">
              <a:ext uri="{FF2B5EF4-FFF2-40B4-BE49-F238E27FC236}">
                <a16:creationId xmlns:a16="http://schemas.microsoft.com/office/drawing/2014/main" id="{D30507EF-75A2-4B85-AE6C-8B3FE77AFAFB}"/>
              </a:ext>
            </a:extLst>
          </p:cNvPr>
          <p:cNvSpPr>
            <a:spLocks xmlns:a="http://schemas.openxmlformats.org/drawingml/2006/main" noGrp="1"/>
          </p:cNvSpPr>
          <p:nvPr/>
        </p:nvSpPr>
        <p:spPr>
          <a:xfrm xmlns:a="http://schemas.openxmlformats.org/drawingml/2006/main">
            <a:off x="1333500"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9" name="">
            <a:extLst xmlns:a="http://schemas.openxmlformats.org/drawingml/2006/main">
              <a:ext uri="{FF2B5EF4-FFF2-40B4-BE49-F238E27FC236}">
                <a16:creationId xmlns:a16="http://schemas.microsoft.com/office/drawing/2014/main" id="{D13CD6FD-0D89-4441-923A-56C0258C33BC}"/>
              </a:ext>
            </a:extLst>
          </p:cNvPr>
          <p:cNvSpPr>
            <a:spLocks xmlns:a="http://schemas.openxmlformats.org/drawingml/2006/main" noGrp="1"/>
          </p:cNvSpPr>
          <p:nvPr/>
        </p:nvSpPr>
        <p:spPr>
          <a:xfrm xmlns:a="http://schemas.openxmlformats.org/drawingml/2006/main">
            <a:off x="1609725"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0" name="">
            <a:extLst xmlns:a="http://schemas.openxmlformats.org/drawingml/2006/main">
              <a:ext uri="{FF2B5EF4-FFF2-40B4-BE49-F238E27FC236}">
                <a16:creationId xmlns:a16="http://schemas.microsoft.com/office/drawing/2014/main" id="{E821AC14-14A9-455D-BF03-544DAF375601}"/>
              </a:ext>
            </a:extLst>
          </p:cNvPr>
          <p:cNvSpPr>
            <a:spLocks xmlns:a="http://schemas.openxmlformats.org/drawingml/2006/main" noGrp="1"/>
          </p:cNvSpPr>
          <p:nvPr/>
        </p:nvSpPr>
        <p:spPr>
          <a:xfrm xmlns:a="http://schemas.openxmlformats.org/drawingml/2006/main">
            <a:off x="1885950"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1" name="">
            <a:extLst xmlns:a="http://schemas.openxmlformats.org/drawingml/2006/main">
              <a:ext uri="{FF2B5EF4-FFF2-40B4-BE49-F238E27FC236}">
                <a16:creationId xmlns:a16="http://schemas.microsoft.com/office/drawing/2014/main" id="{5216863A-DBCB-4048-A014-E51522D1EA21}"/>
              </a:ext>
            </a:extLst>
          </p:cNvPr>
          <p:cNvSpPr>
            <a:spLocks xmlns:a="http://schemas.openxmlformats.org/drawingml/2006/main" noGrp="1"/>
          </p:cNvSpPr>
          <p:nvPr/>
        </p:nvSpPr>
        <p:spPr>
          <a:xfrm xmlns:a="http://schemas.openxmlformats.org/drawingml/2006/main">
            <a:off x="2162175"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2" name="">
            <a:extLst xmlns:a="http://schemas.openxmlformats.org/drawingml/2006/main">
              <a:ext uri="{FF2B5EF4-FFF2-40B4-BE49-F238E27FC236}">
                <a16:creationId xmlns:a16="http://schemas.microsoft.com/office/drawing/2014/main" id="{FD4C6191-9198-4143-80A2-F6DEE6F8495E}"/>
              </a:ext>
            </a:extLst>
          </p:cNvPr>
          <p:cNvSpPr>
            <a:spLocks xmlns:a="http://schemas.openxmlformats.org/drawingml/2006/main" noGrp="1"/>
          </p:cNvSpPr>
          <p:nvPr/>
        </p:nvSpPr>
        <p:spPr>
          <a:xfrm xmlns:a="http://schemas.openxmlformats.org/drawingml/2006/main">
            <a:off x="2438400"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3" name="">
            <a:extLst xmlns:a="http://schemas.openxmlformats.org/drawingml/2006/main">
              <a:ext uri="{FF2B5EF4-FFF2-40B4-BE49-F238E27FC236}">
                <a16:creationId xmlns:a16="http://schemas.microsoft.com/office/drawing/2014/main" id="{F5084F49-569B-47E9-B3CE-31269FD834FD}"/>
              </a:ext>
            </a:extLst>
          </p:cNvPr>
          <p:cNvSpPr>
            <a:spLocks xmlns:a="http://schemas.openxmlformats.org/drawingml/2006/main" noGrp="1"/>
          </p:cNvSpPr>
          <p:nvPr/>
        </p:nvSpPr>
        <p:spPr>
          <a:xfrm xmlns:a="http://schemas.openxmlformats.org/drawingml/2006/main">
            <a:off x="2714625"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4" name="">
            <a:extLst xmlns:a="http://schemas.openxmlformats.org/drawingml/2006/main">
              <a:ext uri="{FF2B5EF4-FFF2-40B4-BE49-F238E27FC236}">
                <a16:creationId xmlns:a16="http://schemas.microsoft.com/office/drawing/2014/main" id="{A9BC1471-E5C5-4882-A0D1-B31BAC89F4B7}"/>
              </a:ext>
            </a:extLst>
          </p:cNvPr>
          <p:cNvSpPr>
            <a:spLocks xmlns:a="http://schemas.openxmlformats.org/drawingml/2006/main" noGrp="1"/>
          </p:cNvSpPr>
          <p:nvPr/>
        </p:nvSpPr>
        <p:spPr>
          <a:xfrm xmlns:a="http://schemas.openxmlformats.org/drawingml/2006/main">
            <a:off x="2990850"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5" name="">
            <a:extLst xmlns:a="http://schemas.openxmlformats.org/drawingml/2006/main">
              <a:ext uri="{FF2B5EF4-FFF2-40B4-BE49-F238E27FC236}">
                <a16:creationId xmlns:a16="http://schemas.microsoft.com/office/drawing/2014/main" id="{8FAD69A0-1A02-40C8-91D2-915389AD2EF3}"/>
              </a:ext>
            </a:extLst>
          </p:cNvPr>
          <p:cNvSpPr>
            <a:spLocks xmlns:a="http://schemas.openxmlformats.org/drawingml/2006/main" noGrp="1"/>
          </p:cNvSpPr>
          <p:nvPr/>
        </p:nvSpPr>
        <p:spPr>
          <a:xfrm xmlns:a="http://schemas.openxmlformats.org/drawingml/2006/main">
            <a:off x="3267075"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6" name="">
            <a:extLst xmlns:a="http://schemas.openxmlformats.org/drawingml/2006/main">
              <a:ext uri="{FF2B5EF4-FFF2-40B4-BE49-F238E27FC236}">
                <a16:creationId xmlns:a16="http://schemas.microsoft.com/office/drawing/2014/main" id="{0E6BD446-79FE-4860-B915-4C34546EF22A}"/>
              </a:ext>
            </a:extLst>
          </p:cNvPr>
          <p:cNvSpPr>
            <a:spLocks xmlns:a="http://schemas.openxmlformats.org/drawingml/2006/main" noGrp="1"/>
          </p:cNvSpPr>
          <p:nvPr/>
        </p:nvSpPr>
        <p:spPr>
          <a:xfrm xmlns:a="http://schemas.openxmlformats.org/drawingml/2006/main">
            <a:off x="3543300" y="223837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7" name="">
            <a:extLst xmlns:a="http://schemas.openxmlformats.org/drawingml/2006/main">
              <a:ext uri="{FF2B5EF4-FFF2-40B4-BE49-F238E27FC236}">
                <a16:creationId xmlns:a16="http://schemas.microsoft.com/office/drawing/2014/main" id="{5BB9F455-C868-46A7-97F7-4737BC821165}"/>
              </a:ext>
            </a:extLst>
          </p:cNvPr>
          <p:cNvSpPr>
            <a:spLocks xmlns:a="http://schemas.openxmlformats.org/drawingml/2006/main" noGrp="1"/>
          </p:cNvSpPr>
          <p:nvPr/>
        </p:nvSpPr>
        <p:spPr>
          <a:xfrm xmlns:a="http://schemas.openxmlformats.org/drawingml/2006/main">
            <a:off x="781050"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8" name="">
            <a:extLst xmlns:a="http://schemas.openxmlformats.org/drawingml/2006/main">
              <a:ext uri="{FF2B5EF4-FFF2-40B4-BE49-F238E27FC236}">
                <a16:creationId xmlns:a16="http://schemas.microsoft.com/office/drawing/2014/main" id="{F2D97CF3-980F-4E7B-A2AD-25E99B382625}"/>
              </a:ext>
            </a:extLst>
          </p:cNvPr>
          <p:cNvSpPr>
            <a:spLocks xmlns:a="http://schemas.openxmlformats.org/drawingml/2006/main" noGrp="1"/>
          </p:cNvSpPr>
          <p:nvPr/>
        </p:nvSpPr>
        <p:spPr>
          <a:xfrm xmlns:a="http://schemas.openxmlformats.org/drawingml/2006/main">
            <a:off x="1057275"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19" name="">
            <a:extLst xmlns:a="http://schemas.openxmlformats.org/drawingml/2006/main">
              <a:ext uri="{FF2B5EF4-FFF2-40B4-BE49-F238E27FC236}">
                <a16:creationId xmlns:a16="http://schemas.microsoft.com/office/drawing/2014/main" id="{8E3BD2AF-A395-40B2-956B-CBB80E1C2B50}"/>
              </a:ext>
            </a:extLst>
          </p:cNvPr>
          <p:cNvSpPr>
            <a:spLocks xmlns:a="http://schemas.openxmlformats.org/drawingml/2006/main" noGrp="1"/>
          </p:cNvSpPr>
          <p:nvPr/>
        </p:nvSpPr>
        <p:spPr>
          <a:xfrm xmlns:a="http://schemas.openxmlformats.org/drawingml/2006/main">
            <a:off x="1333500"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0" name="">
            <a:extLst xmlns:a="http://schemas.openxmlformats.org/drawingml/2006/main">
              <a:ext uri="{FF2B5EF4-FFF2-40B4-BE49-F238E27FC236}">
                <a16:creationId xmlns:a16="http://schemas.microsoft.com/office/drawing/2014/main" id="{DD9A3BD6-91AF-413D-8EE0-C675DCB631E8}"/>
              </a:ext>
            </a:extLst>
          </p:cNvPr>
          <p:cNvSpPr>
            <a:spLocks xmlns:a="http://schemas.openxmlformats.org/drawingml/2006/main" noGrp="1"/>
          </p:cNvSpPr>
          <p:nvPr/>
        </p:nvSpPr>
        <p:spPr>
          <a:xfrm xmlns:a="http://schemas.openxmlformats.org/drawingml/2006/main">
            <a:off x="1609725"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1" name="">
            <a:extLst xmlns:a="http://schemas.openxmlformats.org/drawingml/2006/main">
              <a:ext uri="{FF2B5EF4-FFF2-40B4-BE49-F238E27FC236}">
                <a16:creationId xmlns:a16="http://schemas.microsoft.com/office/drawing/2014/main" id="{F0453E98-ED65-4E1C-B008-75AC199FF6A8}"/>
              </a:ext>
            </a:extLst>
          </p:cNvPr>
          <p:cNvSpPr>
            <a:spLocks xmlns:a="http://schemas.openxmlformats.org/drawingml/2006/main" noGrp="1"/>
          </p:cNvSpPr>
          <p:nvPr/>
        </p:nvSpPr>
        <p:spPr>
          <a:xfrm xmlns:a="http://schemas.openxmlformats.org/drawingml/2006/main">
            <a:off x="1885950"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2" name="">
            <a:extLst xmlns:a="http://schemas.openxmlformats.org/drawingml/2006/main">
              <a:ext uri="{FF2B5EF4-FFF2-40B4-BE49-F238E27FC236}">
                <a16:creationId xmlns:a16="http://schemas.microsoft.com/office/drawing/2014/main" id="{28B97C4D-98DD-4B20-AEAC-AE28CF5A837F}"/>
              </a:ext>
            </a:extLst>
          </p:cNvPr>
          <p:cNvSpPr>
            <a:spLocks xmlns:a="http://schemas.openxmlformats.org/drawingml/2006/main" noGrp="1"/>
          </p:cNvSpPr>
          <p:nvPr/>
        </p:nvSpPr>
        <p:spPr>
          <a:xfrm xmlns:a="http://schemas.openxmlformats.org/drawingml/2006/main">
            <a:off x="2162175"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3" name="">
            <a:extLst xmlns:a="http://schemas.openxmlformats.org/drawingml/2006/main">
              <a:ext uri="{FF2B5EF4-FFF2-40B4-BE49-F238E27FC236}">
                <a16:creationId xmlns:a16="http://schemas.microsoft.com/office/drawing/2014/main" id="{B5CA668C-2C3F-4CFA-8176-57A1C00EE6F4}"/>
              </a:ext>
            </a:extLst>
          </p:cNvPr>
          <p:cNvSpPr>
            <a:spLocks xmlns:a="http://schemas.openxmlformats.org/drawingml/2006/main" noGrp="1"/>
          </p:cNvSpPr>
          <p:nvPr/>
        </p:nvSpPr>
        <p:spPr>
          <a:xfrm xmlns:a="http://schemas.openxmlformats.org/drawingml/2006/main">
            <a:off x="2438400"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4" name="">
            <a:extLst xmlns:a="http://schemas.openxmlformats.org/drawingml/2006/main">
              <a:ext uri="{FF2B5EF4-FFF2-40B4-BE49-F238E27FC236}">
                <a16:creationId xmlns:a16="http://schemas.microsoft.com/office/drawing/2014/main" id="{B4E9B4EF-F8ED-4802-89E2-CF16250295C5}"/>
              </a:ext>
            </a:extLst>
          </p:cNvPr>
          <p:cNvSpPr>
            <a:spLocks xmlns:a="http://schemas.openxmlformats.org/drawingml/2006/main" noGrp="1"/>
          </p:cNvSpPr>
          <p:nvPr/>
        </p:nvSpPr>
        <p:spPr>
          <a:xfrm xmlns:a="http://schemas.openxmlformats.org/drawingml/2006/main">
            <a:off x="2714625"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5" name="">
            <a:extLst xmlns:a="http://schemas.openxmlformats.org/drawingml/2006/main">
              <a:ext uri="{FF2B5EF4-FFF2-40B4-BE49-F238E27FC236}">
                <a16:creationId xmlns:a16="http://schemas.microsoft.com/office/drawing/2014/main" id="{65A540AD-40F4-46B7-BAC0-969B75D684C2}"/>
              </a:ext>
            </a:extLst>
          </p:cNvPr>
          <p:cNvSpPr>
            <a:spLocks xmlns:a="http://schemas.openxmlformats.org/drawingml/2006/main" noGrp="1"/>
          </p:cNvSpPr>
          <p:nvPr/>
        </p:nvSpPr>
        <p:spPr>
          <a:xfrm xmlns:a="http://schemas.openxmlformats.org/drawingml/2006/main">
            <a:off x="2990850"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6" name="">
            <a:extLst xmlns:a="http://schemas.openxmlformats.org/drawingml/2006/main">
              <a:ext uri="{FF2B5EF4-FFF2-40B4-BE49-F238E27FC236}">
                <a16:creationId xmlns:a16="http://schemas.microsoft.com/office/drawing/2014/main" id="{B94CE04B-02FD-4C73-AB52-14B3DAA24501}"/>
              </a:ext>
            </a:extLst>
          </p:cNvPr>
          <p:cNvSpPr>
            <a:spLocks xmlns:a="http://schemas.openxmlformats.org/drawingml/2006/main" noGrp="1"/>
          </p:cNvSpPr>
          <p:nvPr/>
        </p:nvSpPr>
        <p:spPr>
          <a:xfrm xmlns:a="http://schemas.openxmlformats.org/drawingml/2006/main">
            <a:off x="3267075"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7" name="">
            <a:extLst xmlns:a="http://schemas.openxmlformats.org/drawingml/2006/main">
              <a:ext uri="{FF2B5EF4-FFF2-40B4-BE49-F238E27FC236}">
                <a16:creationId xmlns:a16="http://schemas.microsoft.com/office/drawing/2014/main" id="{A0941138-DE6C-4DD4-AA57-13FD2ABF0CD9}"/>
              </a:ext>
            </a:extLst>
          </p:cNvPr>
          <p:cNvSpPr>
            <a:spLocks xmlns:a="http://schemas.openxmlformats.org/drawingml/2006/main" noGrp="1"/>
          </p:cNvSpPr>
          <p:nvPr/>
        </p:nvSpPr>
        <p:spPr>
          <a:xfrm xmlns:a="http://schemas.openxmlformats.org/drawingml/2006/main">
            <a:off x="3543300" y="2600325"/>
            <a:ext cx="190500" cy="190500"/>
          </a:xfrm>
          <a:prstGeom xmlns:a="http://schemas.openxmlformats.org/drawingml/2006/main" prst="roundRect">
            <a:avLst>
              <a:gd name="adj" fmla="val 10000"/>
            </a:avLst>
          </a:prstGeom>
          <a:solidFill xmlns:a="http://schemas.openxmlformats.org/drawingml/2006/main">
            <a:srgbClr val="F27878"/>
          </a:solidFill>
          <a:ln xmlns:a="http://schemas.openxmlformats.org/drawingml/2006/main" w="11430">
            <a:solidFill>
              <a:srgbClr val="F27878"/>
            </a:solidFill>
            <a:prstDash val="solid"/>
          </a:ln>
        </p:spPr>
      </p:sp>
      <p:sp>
        <p:nvSpPr>
          <p:cNvPr id="28" name="">
            <a:extLst xmlns:a="http://schemas.openxmlformats.org/drawingml/2006/main">
              <a:ext uri="{FF2B5EF4-FFF2-40B4-BE49-F238E27FC236}">
                <a16:creationId xmlns:a16="http://schemas.microsoft.com/office/drawing/2014/main" id="{8A776C76-C86C-47B9-943B-5C4542E7BC70}"/>
              </a:ext>
            </a:extLst>
          </p:cNvPr>
          <p:cNvSpPr>
            <a:spLocks xmlns:a="http://schemas.openxmlformats.org/drawingml/2006/main" noGrp="1"/>
          </p:cNvSpPr>
          <p:nvPr/>
        </p:nvSpPr>
        <p:spPr>
          <a:xfrm xmlns:a="http://schemas.openxmlformats.org/drawingml/2006/main">
            <a:off x="3857625" y="2343150"/>
            <a:ext cx="714375" cy="342900"/>
          </a:xfrm>
          <a:prstGeom xmlns:a="http://schemas.openxmlformats.org/drawingml/2006/main" prst="rightArrow">
            <a:avLst/>
          </a:prstGeom>
          <a:solidFill xmlns:a="http://schemas.openxmlformats.org/drawingml/2006/main">
            <a:srgbClr val="858596"/>
          </a:solidFill>
          <a:ln xmlns:a="http://schemas.openxmlformats.org/drawingml/2006/main" w="0">
            <a:solidFill>
              <a:srgbClr val="858596"/>
            </a:solidFill>
            <a:prstDash val="solid"/>
          </a:ln>
        </p:spPr>
      </p:sp>
      <p:sp>
        <p:nvSpPr>
          <p:cNvPr id="29" name="">
            <a:extLst xmlns:a="http://schemas.openxmlformats.org/drawingml/2006/main">
              <a:ext uri="{FF2B5EF4-FFF2-40B4-BE49-F238E27FC236}">
                <a16:creationId xmlns:a16="http://schemas.microsoft.com/office/drawing/2014/main" id="{340B98B2-1A47-4F66-9E2A-9CF3F60CDF48}"/>
              </a:ext>
            </a:extLst>
          </p:cNvPr>
          <p:cNvSpPr>
            <a:spLocks xmlns:a="http://schemas.openxmlformats.org/drawingml/2006/main" noGrp="1"/>
          </p:cNvSpPr>
          <p:nvPr/>
        </p:nvSpPr>
        <p:spPr>
          <a:xfrm xmlns:a="http://schemas.openxmlformats.org/drawingml/2006/main">
            <a:off x="4714875" y="2143125"/>
            <a:ext cx="1809750" cy="762000"/>
          </a:xfrm>
          <a:prstGeom xmlns:a="http://schemas.openxmlformats.org/drawingml/2006/main" prst="roundRect">
            <a:avLst>
              <a:gd name="adj" fmla="val 15000"/>
            </a:avLst>
          </a:prstGeom>
          <a:solidFill xmlns:a="http://schemas.openxmlformats.org/drawingml/2006/main">
            <a:srgbClr val="153A34"/>
          </a:solidFill>
          <a:ln xmlns:a="http://schemas.openxmlformats.org/drawingml/2006/main" w="19050">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650" b="1">
                <a:solidFill>
                  <a:srgbClr val="3CE8B2"/>
                </a:solidFill>
                <a:latin typeface="Courier New"/>
                <a:ea typeface="Courier New"/>
                <a:cs typeface="Courier New"/>
              </a:defRPr>
            </a:pPr>
            <a:r>
              <a:rPr sz="1650" b="1">
                <a:solidFill>
                  <a:srgbClr val="3CE8B2"/>
                </a:solidFill>
                <a:latin typeface="Courier New"/>
                <a:ea typeface="Courier New"/>
                <a:cs typeface="Courier New"/>
              </a:rPr>
              <a:t>BATCH</a:t>
            </a:r>
          </a:p>
          <a:p xmlns:a="http://schemas.openxmlformats.org/drawingml/2006/main">
            <a:pPr algn="ctr">
              <a:defRPr sz="1650" b="1">
                <a:solidFill>
                  <a:srgbClr val="3CE8B2"/>
                </a:solidFill>
                <a:latin typeface="Courier New"/>
                <a:ea typeface="Courier New"/>
                <a:cs typeface="Courier New"/>
              </a:defRPr>
            </a:pPr>
            <a:r>
              <a:rPr sz="1650" b="1">
                <a:solidFill>
                  <a:srgbClr val="3CE8B2"/>
                </a:solidFill>
                <a:latin typeface="Courier New"/>
                <a:ea typeface="Courier New"/>
                <a:cs typeface="Courier New"/>
              </a:rPr>
              <a:t>+ FUSE</a:t>
            </a:r>
          </a:p>
        </p:txBody>
      </p:sp>
      <p:sp>
        <p:nvSpPr>
          <p:cNvPr id="30" name="">
            <a:extLst xmlns:a="http://schemas.openxmlformats.org/drawingml/2006/main">
              <a:ext uri="{FF2B5EF4-FFF2-40B4-BE49-F238E27FC236}">
                <a16:creationId xmlns:a16="http://schemas.microsoft.com/office/drawing/2014/main" id="{8CDA5567-A87A-4917-B642-FE3A2EED3FCB}"/>
              </a:ext>
            </a:extLst>
          </p:cNvPr>
          <p:cNvSpPr>
            <a:spLocks xmlns:a="http://schemas.openxmlformats.org/drawingml/2006/main" noGrp="1"/>
          </p:cNvSpPr>
          <p:nvPr/>
        </p:nvSpPr>
        <p:spPr>
          <a:xfrm xmlns:a="http://schemas.openxmlformats.org/drawingml/2006/main">
            <a:off x="762000" y="31432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725" b="1" i="0">
                <a:solidFill>
                  <a:srgbClr val="FFFFFF"/>
                </a:solidFill>
                <a:latin typeface="Calibri"/>
                <a:ea typeface="Calibri"/>
                <a:cs typeface="Calibri"/>
              </a:defRPr>
            </a:pPr>
            <a:r>
              <a:rPr sz="1725" b="1" i="0">
                <a:solidFill>
                  <a:srgbClr val="FFFFFF"/>
                </a:solidFill>
                <a:latin typeface="Calibri"/>
                <a:ea typeface="Calibri"/>
                <a:cs typeface="Calibri"/>
              </a:rPr>
              <a:t>Do more per launch.</a:t>
            </a:r>
          </a:p>
        </p:txBody>
      </p:sp>
      <p:sp>
        <p:nvSpPr>
          <p:cNvPr id="31" name="">
            <a:extLst xmlns:a="http://schemas.openxmlformats.org/drawingml/2006/main">
              <a:ext uri="{FF2B5EF4-FFF2-40B4-BE49-F238E27FC236}">
                <a16:creationId xmlns:a16="http://schemas.microsoft.com/office/drawing/2014/main" id="{0673E9DC-79CC-4C4F-937D-B47DE657179E}"/>
              </a:ext>
            </a:extLst>
          </p:cNvPr>
          <p:cNvSpPr>
            <a:spLocks xmlns:a="http://schemas.openxmlformats.org/drawingml/2006/main" noGrp="1"/>
          </p:cNvSpPr>
          <p:nvPr/>
        </p:nvSpPr>
        <p:spPr>
          <a:xfrm xmlns:a="http://schemas.openxmlformats.org/drawingml/2006/main">
            <a:off x="6858000" y="1428750"/>
            <a:ext cx="0" cy="2190750"/>
          </a:xfrm>
          <a:prstGeom xmlns:a="http://schemas.openxmlformats.org/drawingml/2006/main" prst="line">
            <a:avLst/>
          </a:prstGeom>
          <a:noFill xmlns:a="http://schemas.openxmlformats.org/drawingml/2006/main"/>
          <a:ln xmlns:a="http://schemas.openxmlformats.org/drawingml/2006/main" w="14288">
            <a:solidFill>
              <a:srgbClr val="2A2A38"/>
            </a:solidFill>
            <a:prstDash val="solid"/>
          </a:ln>
        </p:spPr>
      </p:sp>
      <p:sp>
        <p:nvSpPr>
          <p:cNvPr id="32" name="">
            <a:extLst xmlns:a="http://schemas.openxmlformats.org/drawingml/2006/main">
              <a:ext uri="{FF2B5EF4-FFF2-40B4-BE49-F238E27FC236}">
                <a16:creationId xmlns:a16="http://schemas.microsoft.com/office/drawing/2014/main" id="{2C8B9D5E-E79F-48AF-ADD2-8967027FC183}"/>
              </a:ext>
            </a:extLst>
          </p:cNvPr>
          <p:cNvSpPr>
            <a:spLocks xmlns:a="http://schemas.openxmlformats.org/drawingml/2006/main" noGrp="1"/>
          </p:cNvSpPr>
          <p:nvPr/>
        </p:nvSpPr>
        <p:spPr>
          <a:xfrm xmlns:a="http://schemas.openxmlformats.org/drawingml/2006/main">
            <a:off x="7191375" y="138112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PRECISION CHANGES THE BILL</a:t>
            </a:r>
          </a:p>
        </p:txBody>
      </p:sp>
      <p:sp>
        <p:nvSpPr>
          <p:cNvPr id="33" name="">
            <a:extLst xmlns:a="http://schemas.openxmlformats.org/drawingml/2006/main">
              <a:ext uri="{FF2B5EF4-FFF2-40B4-BE49-F238E27FC236}">
                <a16:creationId xmlns:a16="http://schemas.microsoft.com/office/drawing/2014/main" id="{0AEE9EDA-F196-4477-A3A7-8CCE988CD6A9}"/>
              </a:ext>
            </a:extLst>
          </p:cNvPr>
          <p:cNvSpPr>
            <a:spLocks xmlns:a="http://schemas.openxmlformats.org/drawingml/2006/main" noGrp="1"/>
          </p:cNvSpPr>
          <p:nvPr/>
        </p:nvSpPr>
        <p:spPr>
          <a:xfrm xmlns:a="http://schemas.openxmlformats.org/drawingml/2006/main">
            <a:off x="7191375" y="18573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350" b="1" i="0">
                <a:solidFill>
                  <a:srgbClr val="63A4FF"/>
                </a:solidFill>
                <a:latin typeface="Courier New"/>
                <a:ea typeface="Courier New"/>
                <a:cs typeface="Courier New"/>
              </a:defRPr>
            </a:pPr>
            <a:r>
              <a:rPr sz="1350" b="1" i="0">
                <a:solidFill>
                  <a:srgbClr val="63A4FF"/>
                </a:solidFill>
                <a:latin typeface="Courier New"/>
                <a:ea typeface="Courier New"/>
                <a:cs typeface="Courier New"/>
              </a:rPr>
              <a:t>FP64</a:t>
            </a:r>
          </a:p>
        </p:txBody>
      </p:sp>
      <p:sp>
        <p:nvSpPr>
          <p:cNvPr id="34" name="">
            <a:extLst xmlns:a="http://schemas.openxmlformats.org/drawingml/2006/main">
              <a:ext uri="{FF2B5EF4-FFF2-40B4-BE49-F238E27FC236}">
                <a16:creationId xmlns:a16="http://schemas.microsoft.com/office/drawing/2014/main" id="{4BC3E832-09DB-4E1C-8AAA-44A8244412D5}"/>
              </a:ext>
            </a:extLst>
          </p:cNvPr>
          <p:cNvSpPr>
            <a:spLocks xmlns:a="http://schemas.openxmlformats.org/drawingml/2006/main" noGrp="1"/>
          </p:cNvSpPr>
          <p:nvPr/>
        </p:nvSpPr>
        <p:spPr>
          <a:xfrm xmlns:a="http://schemas.openxmlformats.org/drawingml/2006/main">
            <a:off x="7905750" y="1857375"/>
            <a:ext cx="3905250" cy="323850"/>
          </a:xfrm>
          <a:prstGeom xmlns:a="http://schemas.openxmlformats.org/drawingml/2006/main" prst="roundRect">
            <a:avLst>
              <a:gd name="adj" fmla="val 11765"/>
            </a:avLst>
          </a:prstGeom>
          <a:solidFill xmlns:a="http://schemas.openxmlformats.org/drawingml/2006/main">
            <a:srgbClr val="63A4FF"/>
          </a:solidFill>
          <a:ln xmlns:a="http://schemas.openxmlformats.org/drawingml/2006/main" w="11430">
            <a:solidFill>
              <a:srgbClr val="63A4FF"/>
            </a:solidFill>
            <a:prstDash val="solid"/>
          </a:ln>
        </p:spPr>
      </p:sp>
      <p:sp>
        <p:nvSpPr>
          <p:cNvPr id="35" name="">
            <a:extLst xmlns:a="http://schemas.openxmlformats.org/drawingml/2006/main">
              <a:ext uri="{FF2B5EF4-FFF2-40B4-BE49-F238E27FC236}">
                <a16:creationId xmlns:a16="http://schemas.microsoft.com/office/drawing/2014/main" id="{16339E81-F3CC-484D-8B45-631119335F83}"/>
              </a:ext>
            </a:extLst>
          </p:cNvPr>
          <p:cNvSpPr>
            <a:spLocks xmlns:a="http://schemas.openxmlformats.org/drawingml/2006/main" noGrp="1"/>
          </p:cNvSpPr>
          <p:nvPr/>
        </p:nvSpPr>
        <p:spPr>
          <a:xfrm xmlns:a="http://schemas.openxmlformats.org/drawingml/2006/main">
            <a:off x="8048625" y="18669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125" b="1" i="0">
                <a:solidFill>
                  <a:srgbClr val="0B0B10"/>
                </a:solidFill>
                <a:latin typeface="Courier New"/>
                <a:ea typeface="Courier New"/>
                <a:cs typeface="Courier New"/>
              </a:defRPr>
            </a:pPr>
            <a:r>
              <a:rPr sz="1125" b="1" i="0">
                <a:solidFill>
                  <a:srgbClr val="0B0B10"/>
                </a:solidFill>
                <a:latin typeface="Courier New"/>
                <a:ea typeface="Courier New"/>
                <a:cs typeface="Courier New"/>
              </a:rPr>
              <a:t>8 bytes</a:t>
            </a:r>
          </a:p>
        </p:txBody>
      </p:sp>
      <p:sp>
        <p:nvSpPr>
          <p:cNvPr id="36" name="">
            <a:extLst xmlns:a="http://schemas.openxmlformats.org/drawingml/2006/main">
              <a:ext uri="{FF2B5EF4-FFF2-40B4-BE49-F238E27FC236}">
                <a16:creationId xmlns:a16="http://schemas.microsoft.com/office/drawing/2014/main" id="{8929870B-D803-4756-B84C-F80B40BB0E31}"/>
              </a:ext>
            </a:extLst>
          </p:cNvPr>
          <p:cNvSpPr>
            <a:spLocks xmlns:a="http://schemas.openxmlformats.org/drawingml/2006/main" noGrp="1"/>
          </p:cNvSpPr>
          <p:nvPr/>
        </p:nvSpPr>
        <p:spPr>
          <a:xfrm xmlns:a="http://schemas.openxmlformats.org/drawingml/2006/main">
            <a:off x="7191375" y="240982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350" b="1" i="0">
                <a:solidFill>
                  <a:srgbClr val="6E84B5"/>
                </a:solidFill>
                <a:latin typeface="Courier New"/>
                <a:ea typeface="Courier New"/>
                <a:cs typeface="Courier New"/>
              </a:defRPr>
            </a:pPr>
            <a:r>
              <a:rPr sz="1350" b="1" i="0">
                <a:solidFill>
                  <a:srgbClr val="6E84B5"/>
                </a:solidFill>
                <a:latin typeface="Courier New"/>
                <a:ea typeface="Courier New"/>
                <a:cs typeface="Courier New"/>
              </a:rPr>
              <a:t>FP32</a:t>
            </a:r>
          </a:p>
        </p:txBody>
      </p:sp>
      <p:sp>
        <p:nvSpPr>
          <p:cNvPr id="37" name="">
            <a:extLst xmlns:a="http://schemas.openxmlformats.org/drawingml/2006/main">
              <a:ext uri="{FF2B5EF4-FFF2-40B4-BE49-F238E27FC236}">
                <a16:creationId xmlns:a16="http://schemas.microsoft.com/office/drawing/2014/main" id="{2C252965-D958-4280-8E5D-91778C547066}"/>
              </a:ext>
            </a:extLst>
          </p:cNvPr>
          <p:cNvSpPr>
            <a:spLocks xmlns:a="http://schemas.openxmlformats.org/drawingml/2006/main" noGrp="1"/>
          </p:cNvSpPr>
          <p:nvPr/>
        </p:nvSpPr>
        <p:spPr>
          <a:xfrm xmlns:a="http://schemas.openxmlformats.org/drawingml/2006/main">
            <a:off x="7905750" y="2409825"/>
            <a:ext cx="2857500" cy="323850"/>
          </a:xfrm>
          <a:prstGeom xmlns:a="http://schemas.openxmlformats.org/drawingml/2006/main" prst="roundRect">
            <a:avLst>
              <a:gd name="adj" fmla="val 11765"/>
            </a:avLst>
          </a:prstGeom>
          <a:solidFill xmlns:a="http://schemas.openxmlformats.org/drawingml/2006/main">
            <a:srgbClr val="6E84B5"/>
          </a:solidFill>
          <a:ln xmlns:a="http://schemas.openxmlformats.org/drawingml/2006/main" w="11430">
            <a:solidFill>
              <a:srgbClr val="6E84B5"/>
            </a:solidFill>
            <a:prstDash val="solid"/>
          </a:ln>
        </p:spPr>
      </p:sp>
      <p:sp>
        <p:nvSpPr>
          <p:cNvPr id="38" name="">
            <a:extLst xmlns:a="http://schemas.openxmlformats.org/drawingml/2006/main">
              <a:ext uri="{FF2B5EF4-FFF2-40B4-BE49-F238E27FC236}">
                <a16:creationId xmlns:a16="http://schemas.microsoft.com/office/drawing/2014/main" id="{6C48F563-EF55-4F55-94F8-FBFAD6FB8F9E}"/>
              </a:ext>
            </a:extLst>
          </p:cNvPr>
          <p:cNvSpPr>
            <a:spLocks xmlns:a="http://schemas.openxmlformats.org/drawingml/2006/main" noGrp="1"/>
          </p:cNvSpPr>
          <p:nvPr/>
        </p:nvSpPr>
        <p:spPr>
          <a:xfrm xmlns:a="http://schemas.openxmlformats.org/drawingml/2006/main">
            <a:off x="8048625" y="2419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125" b="1" i="0">
                <a:solidFill>
                  <a:srgbClr val="0B0B10"/>
                </a:solidFill>
                <a:latin typeface="Courier New"/>
                <a:ea typeface="Courier New"/>
                <a:cs typeface="Courier New"/>
              </a:defRPr>
            </a:pPr>
            <a:r>
              <a:rPr sz="1125" b="1" i="0">
                <a:solidFill>
                  <a:srgbClr val="0B0B10"/>
                </a:solidFill>
                <a:latin typeface="Courier New"/>
                <a:ea typeface="Courier New"/>
                <a:cs typeface="Courier New"/>
              </a:rPr>
              <a:t>4 bytes</a:t>
            </a:r>
          </a:p>
        </p:txBody>
      </p:sp>
      <p:sp>
        <p:nvSpPr>
          <p:cNvPr id="39" name="">
            <a:extLst xmlns:a="http://schemas.openxmlformats.org/drawingml/2006/main">
              <a:ext uri="{FF2B5EF4-FFF2-40B4-BE49-F238E27FC236}">
                <a16:creationId xmlns:a16="http://schemas.microsoft.com/office/drawing/2014/main" id="{8CB185A8-4519-46D1-8AE4-6EB37C5E6334}"/>
              </a:ext>
            </a:extLst>
          </p:cNvPr>
          <p:cNvSpPr>
            <a:spLocks xmlns:a="http://schemas.openxmlformats.org/drawingml/2006/main" noGrp="1"/>
          </p:cNvSpPr>
          <p:nvPr/>
        </p:nvSpPr>
        <p:spPr>
          <a:xfrm xmlns:a="http://schemas.openxmlformats.org/drawingml/2006/main">
            <a:off x="7191375" y="29622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350" b="1" i="0">
                <a:solidFill>
                  <a:srgbClr val="3CE8B2"/>
                </a:solidFill>
                <a:latin typeface="Courier New"/>
                <a:ea typeface="Courier New"/>
                <a:cs typeface="Courier New"/>
              </a:defRPr>
            </a:pPr>
            <a:r>
              <a:rPr sz="1350" b="1" i="0">
                <a:solidFill>
                  <a:srgbClr val="3CE8B2"/>
                </a:solidFill>
                <a:latin typeface="Courier New"/>
                <a:ea typeface="Courier New"/>
                <a:cs typeface="Courier New"/>
              </a:rPr>
              <a:t>FP16</a:t>
            </a:r>
          </a:p>
        </p:txBody>
      </p:sp>
      <p:sp>
        <p:nvSpPr>
          <p:cNvPr id="40" name="">
            <a:extLst xmlns:a="http://schemas.openxmlformats.org/drawingml/2006/main">
              <a:ext uri="{FF2B5EF4-FFF2-40B4-BE49-F238E27FC236}">
                <a16:creationId xmlns:a16="http://schemas.microsoft.com/office/drawing/2014/main" id="{BABEEDF2-8F53-4EE5-85F9-02F1CA7BFA6A}"/>
              </a:ext>
            </a:extLst>
          </p:cNvPr>
          <p:cNvSpPr>
            <a:spLocks xmlns:a="http://schemas.openxmlformats.org/drawingml/2006/main" noGrp="1"/>
          </p:cNvSpPr>
          <p:nvPr/>
        </p:nvSpPr>
        <p:spPr>
          <a:xfrm xmlns:a="http://schemas.openxmlformats.org/drawingml/2006/main">
            <a:off x="7905750" y="2962275"/>
            <a:ext cx="1905000" cy="323850"/>
          </a:xfrm>
          <a:prstGeom xmlns:a="http://schemas.openxmlformats.org/drawingml/2006/main" prst="roundRect">
            <a:avLst>
              <a:gd name="adj" fmla="val 11765"/>
            </a:avLst>
          </a:prstGeom>
          <a:solidFill xmlns:a="http://schemas.openxmlformats.org/drawingml/2006/main">
            <a:srgbClr val="3CE8B2"/>
          </a:solidFill>
          <a:ln xmlns:a="http://schemas.openxmlformats.org/drawingml/2006/main" w="11430">
            <a:solidFill>
              <a:srgbClr val="3CE8B2"/>
            </a:solidFill>
            <a:prstDash val="solid"/>
          </a:ln>
        </p:spPr>
      </p:sp>
      <p:sp>
        <p:nvSpPr>
          <p:cNvPr id="41" name="">
            <a:extLst xmlns:a="http://schemas.openxmlformats.org/drawingml/2006/main">
              <a:ext uri="{FF2B5EF4-FFF2-40B4-BE49-F238E27FC236}">
                <a16:creationId xmlns:a16="http://schemas.microsoft.com/office/drawing/2014/main" id="{DDDB4FF6-9522-48A7-B690-D32A946C74FC}"/>
              </a:ext>
            </a:extLst>
          </p:cNvPr>
          <p:cNvSpPr>
            <a:spLocks xmlns:a="http://schemas.openxmlformats.org/drawingml/2006/main" noGrp="1"/>
          </p:cNvSpPr>
          <p:nvPr/>
        </p:nvSpPr>
        <p:spPr>
          <a:xfrm xmlns:a="http://schemas.openxmlformats.org/drawingml/2006/main">
            <a:off x="8048625" y="29718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125" b="1" i="0">
                <a:solidFill>
                  <a:srgbClr val="0B0B10"/>
                </a:solidFill>
                <a:latin typeface="Courier New"/>
                <a:ea typeface="Courier New"/>
                <a:cs typeface="Courier New"/>
              </a:defRPr>
            </a:pPr>
            <a:r>
              <a:rPr sz="1125" b="1" i="0">
                <a:solidFill>
                  <a:srgbClr val="0B0B10"/>
                </a:solidFill>
                <a:latin typeface="Courier New"/>
                <a:ea typeface="Courier New"/>
                <a:cs typeface="Courier New"/>
              </a:rPr>
              <a:t>2 bytes</a:t>
            </a:r>
          </a:p>
        </p:txBody>
      </p:sp>
      <p:sp>
        <p:nvSpPr>
          <p:cNvPr id="42" name="">
            <a:extLst xmlns:a="http://schemas.openxmlformats.org/drawingml/2006/main">
              <a:ext uri="{FF2B5EF4-FFF2-40B4-BE49-F238E27FC236}">
                <a16:creationId xmlns:a16="http://schemas.microsoft.com/office/drawing/2014/main" id="{BB321D9E-29C1-4F92-96D7-64081E288786}"/>
              </a:ext>
            </a:extLst>
          </p:cNvPr>
          <p:cNvSpPr>
            <a:spLocks xmlns:a="http://schemas.openxmlformats.org/drawingml/2006/main" noGrp="1"/>
          </p:cNvSpPr>
          <p:nvPr/>
        </p:nvSpPr>
        <p:spPr>
          <a:xfrm xmlns:a="http://schemas.openxmlformats.org/drawingml/2006/main">
            <a:off x="7191375" y="351472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350" b="1" i="0">
                <a:solidFill>
                  <a:srgbClr val="E8A832"/>
                </a:solidFill>
                <a:latin typeface="Courier New"/>
                <a:ea typeface="Courier New"/>
                <a:cs typeface="Courier New"/>
              </a:defRPr>
            </a:pPr>
            <a:r>
              <a:rPr sz="1350" b="1" i="0">
                <a:solidFill>
                  <a:srgbClr val="E8A832"/>
                </a:solidFill>
                <a:latin typeface="Courier New"/>
                <a:ea typeface="Courier New"/>
                <a:cs typeface="Courier New"/>
              </a:rPr>
              <a:t>INT8</a:t>
            </a:r>
          </a:p>
        </p:txBody>
      </p:sp>
      <p:sp>
        <p:nvSpPr>
          <p:cNvPr id="43" name="">
            <a:extLst xmlns:a="http://schemas.openxmlformats.org/drawingml/2006/main">
              <a:ext uri="{FF2B5EF4-FFF2-40B4-BE49-F238E27FC236}">
                <a16:creationId xmlns:a16="http://schemas.microsoft.com/office/drawing/2014/main" id="{8007DA20-FBFD-4201-9160-EA210CF81279}"/>
              </a:ext>
            </a:extLst>
          </p:cNvPr>
          <p:cNvSpPr>
            <a:spLocks xmlns:a="http://schemas.openxmlformats.org/drawingml/2006/main" noGrp="1"/>
          </p:cNvSpPr>
          <p:nvPr/>
        </p:nvSpPr>
        <p:spPr>
          <a:xfrm xmlns:a="http://schemas.openxmlformats.org/drawingml/2006/main">
            <a:off x="7905750" y="3514725"/>
            <a:ext cx="1190625" cy="323850"/>
          </a:xfrm>
          <a:prstGeom xmlns:a="http://schemas.openxmlformats.org/drawingml/2006/main" prst="roundRect">
            <a:avLst>
              <a:gd name="adj" fmla="val 11765"/>
            </a:avLst>
          </a:prstGeom>
          <a:solidFill xmlns:a="http://schemas.openxmlformats.org/drawingml/2006/main">
            <a:srgbClr val="E8A832"/>
          </a:solidFill>
          <a:ln xmlns:a="http://schemas.openxmlformats.org/drawingml/2006/main" w="11430">
            <a:solidFill>
              <a:srgbClr val="E8A832"/>
            </a:solidFill>
            <a:prstDash val="solid"/>
          </a:ln>
        </p:spPr>
      </p:sp>
      <p:sp>
        <p:nvSpPr>
          <p:cNvPr id="44" name="">
            <a:extLst xmlns:a="http://schemas.openxmlformats.org/drawingml/2006/main">
              <a:ext uri="{FF2B5EF4-FFF2-40B4-BE49-F238E27FC236}">
                <a16:creationId xmlns:a16="http://schemas.microsoft.com/office/drawing/2014/main" id="{1FD44451-8276-42BB-9612-693FFACE3DFC}"/>
              </a:ext>
            </a:extLst>
          </p:cNvPr>
          <p:cNvSpPr>
            <a:spLocks xmlns:a="http://schemas.openxmlformats.org/drawingml/2006/main" noGrp="1"/>
          </p:cNvSpPr>
          <p:nvPr/>
        </p:nvSpPr>
        <p:spPr>
          <a:xfrm xmlns:a="http://schemas.openxmlformats.org/drawingml/2006/main">
            <a:off x="8048625" y="3524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125" b="1" i="0">
                <a:solidFill>
                  <a:srgbClr val="0B0B10"/>
                </a:solidFill>
                <a:latin typeface="Courier New"/>
                <a:ea typeface="Courier New"/>
                <a:cs typeface="Courier New"/>
              </a:defRPr>
            </a:pPr>
            <a:r>
              <a:rPr sz="1125" b="1" i="0">
                <a:solidFill>
                  <a:srgbClr val="0B0B10"/>
                </a:solidFill>
                <a:latin typeface="Courier New"/>
                <a:ea typeface="Courier New"/>
                <a:cs typeface="Courier New"/>
              </a:rPr>
              <a:t>1 byte</a:t>
            </a:r>
          </a:p>
        </p:txBody>
      </p:sp>
      <p:sp>
        <p:nvSpPr>
          <p:cNvPr id="45" name="">
            <a:extLst xmlns:a="http://schemas.openxmlformats.org/drawingml/2006/main">
              <a:ext uri="{FF2B5EF4-FFF2-40B4-BE49-F238E27FC236}">
                <a16:creationId xmlns:a16="http://schemas.microsoft.com/office/drawing/2014/main" id="{5CA42E5D-EBEB-4377-BDA1-B0029F0322A8}"/>
              </a:ext>
            </a:extLst>
          </p:cNvPr>
          <p:cNvSpPr>
            <a:spLocks xmlns:a="http://schemas.openxmlformats.org/drawingml/2006/main" noGrp="1"/>
          </p:cNvSpPr>
          <p:nvPr/>
        </p:nvSpPr>
        <p:spPr>
          <a:xfrm xmlns:a="http://schemas.openxmlformats.org/drawingml/2006/main">
            <a:off x="762000" y="3886200"/>
            <a:ext cx="10715625" cy="1809750"/>
          </a:xfrm>
          <a:prstGeom xmlns:a="http://schemas.openxmlformats.org/drawingml/2006/main" prst="roundRect">
            <a:avLst>
              <a:gd name="adj" fmla="val 8421"/>
            </a:avLst>
          </a:prstGeom>
          <a:solidFill xmlns:a="http://schemas.openxmlformats.org/drawingml/2006/main">
            <a:srgbClr val="101018"/>
          </a:solidFill>
          <a:ln xmlns:a="http://schemas.openxmlformats.org/drawingml/2006/main" w="11430">
            <a:solidFill>
              <a:srgbClr val="2A2A38"/>
            </a:solidFill>
            <a:prstDash val="solid"/>
          </a:ln>
        </p:spPr>
      </p:sp>
      <p:sp>
        <p:nvSpPr>
          <p:cNvPr id="46" name="">
            <a:extLst xmlns:a="http://schemas.openxmlformats.org/drawingml/2006/main">
              <a:ext uri="{FF2B5EF4-FFF2-40B4-BE49-F238E27FC236}">
                <a16:creationId xmlns:a16="http://schemas.microsoft.com/office/drawing/2014/main" id="{5CE5EFC9-4007-4A9F-A730-4FE578E1610C}"/>
              </a:ext>
            </a:extLst>
          </p:cNvPr>
          <p:cNvSpPr>
            <a:spLocks xmlns:a="http://schemas.openxmlformats.org/drawingml/2006/main" noGrp="1"/>
          </p:cNvSpPr>
          <p:nvPr/>
        </p:nvSpPr>
        <p:spPr>
          <a:xfrm xmlns:a="http://schemas.openxmlformats.org/drawingml/2006/main">
            <a:off x="1047750" y="40957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1" i="0">
                <a:solidFill>
                  <a:srgbClr val="E8A832"/>
                </a:solidFill>
                <a:latin typeface="Courier New"/>
                <a:ea typeface="Courier New"/>
                <a:cs typeface="Courier New"/>
              </a:defRPr>
            </a:pPr>
            <a:r>
              <a:rPr sz="1275" b="1" i="0">
                <a:solidFill>
                  <a:srgbClr val="E8A832"/>
                </a:solidFill>
                <a:latin typeface="Courier New"/>
                <a:ea typeface="Courier New"/>
                <a:cs typeface="Courier New"/>
              </a:rPr>
              <a:t>ONE CHOICE, TWO PRICES</a:t>
            </a:r>
          </a:p>
        </p:txBody>
      </p:sp>
      <p:sp>
        <p:nvSpPr>
          <p:cNvPr id="47" name="">
            <a:extLst xmlns:a="http://schemas.openxmlformats.org/drawingml/2006/main">
              <a:ext uri="{FF2B5EF4-FFF2-40B4-BE49-F238E27FC236}">
                <a16:creationId xmlns:a16="http://schemas.microsoft.com/office/drawing/2014/main" id="{37CD0905-A2B8-43A2-8D38-874B4ACE4C67}"/>
              </a:ext>
            </a:extLst>
          </p:cNvPr>
          <p:cNvSpPr>
            <a:spLocks xmlns:a="http://schemas.openxmlformats.org/drawingml/2006/main" noGrp="1"/>
          </p:cNvSpPr>
          <p:nvPr/>
        </p:nvSpPr>
        <p:spPr>
          <a:xfrm xmlns:a="http://schemas.openxmlformats.org/drawingml/2006/main">
            <a:off x="1047750"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500" b="1" i="0">
                <a:solidFill>
                  <a:srgbClr val="63A4FF"/>
                </a:solidFill>
                <a:latin typeface="Courier New"/>
                <a:ea typeface="Courier New"/>
                <a:cs typeface="Courier New"/>
              </a:defRPr>
            </a:pPr>
            <a:r>
              <a:rPr sz="1500" b="1" i="0">
                <a:solidFill>
                  <a:srgbClr val="63A4FF"/>
                </a:solidFill>
                <a:latin typeface="Courier New"/>
                <a:ea typeface="Courier New"/>
                <a:cs typeface="Courier New"/>
              </a:rPr>
              <a:t>SILICON</a:t>
            </a:r>
          </a:p>
        </p:txBody>
      </p:sp>
      <p:sp>
        <p:nvSpPr>
          <p:cNvPr id="48" name="">
            <a:extLst xmlns:a="http://schemas.openxmlformats.org/drawingml/2006/main">
              <a:ext uri="{FF2B5EF4-FFF2-40B4-BE49-F238E27FC236}">
                <a16:creationId xmlns:a16="http://schemas.microsoft.com/office/drawing/2014/main" id="{7DA33841-D37B-4658-ADA9-199B45F0AA46}"/>
              </a:ext>
            </a:extLst>
          </p:cNvPr>
          <p:cNvSpPr>
            <a:spLocks xmlns:a="http://schemas.openxmlformats.org/drawingml/2006/main" noGrp="1"/>
          </p:cNvSpPr>
          <p:nvPr/>
        </p:nvSpPr>
        <p:spPr>
          <a:xfrm xmlns:a="http://schemas.openxmlformats.org/drawingml/2006/main">
            <a:off x="2619375" y="44958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650" b="0" i="0">
                <a:solidFill>
                  <a:srgbClr val="FFFFFF"/>
                </a:solidFill>
                <a:latin typeface="Calibri"/>
                <a:ea typeface="Calibri"/>
                <a:cs typeface="Calibri"/>
              </a:defRPr>
            </a:pPr>
            <a:r>
              <a:rPr sz="1650" b="0" i="0">
                <a:solidFill>
                  <a:srgbClr val="FFFFFF"/>
                </a:solidFill>
                <a:latin typeface="Calibri"/>
                <a:ea typeface="Calibri"/>
                <a:cs typeface="Calibri"/>
              </a:rPr>
              <a:t>FP64 throughput varies sharply by product class.</a:t>
            </a:r>
          </a:p>
        </p:txBody>
      </p:sp>
      <p:sp>
        <p:nvSpPr>
          <p:cNvPr id="49" name="">
            <a:extLst xmlns:a="http://schemas.openxmlformats.org/drawingml/2006/main">
              <a:ext uri="{FF2B5EF4-FFF2-40B4-BE49-F238E27FC236}">
                <a16:creationId xmlns:a16="http://schemas.microsoft.com/office/drawing/2014/main" id="{1FC82343-7731-4F86-950A-29A91A5F25A8}"/>
              </a:ext>
            </a:extLst>
          </p:cNvPr>
          <p:cNvSpPr>
            <a:spLocks xmlns:a="http://schemas.openxmlformats.org/drawingml/2006/main" noGrp="1"/>
          </p:cNvSpPr>
          <p:nvPr/>
        </p:nvSpPr>
        <p:spPr>
          <a:xfrm xmlns:a="http://schemas.openxmlformats.org/drawingml/2006/main">
            <a:off x="1047750" y="5048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500" b="1" i="0">
                <a:solidFill>
                  <a:srgbClr val="3CE8B2"/>
                </a:solidFill>
                <a:latin typeface="Courier New"/>
                <a:ea typeface="Courier New"/>
                <a:cs typeface="Courier New"/>
              </a:defRPr>
            </a:pPr>
            <a:r>
              <a:rPr sz="1500" b="1" i="0">
                <a:solidFill>
                  <a:srgbClr val="3CE8B2"/>
                </a:solidFill>
                <a:latin typeface="Courier New"/>
                <a:ea typeface="Courier New"/>
                <a:cs typeface="Courier New"/>
              </a:rPr>
              <a:t>BYTES</a:t>
            </a:r>
          </a:p>
        </p:txBody>
      </p:sp>
      <p:sp>
        <p:nvSpPr>
          <p:cNvPr id="50" name="">
            <a:extLst xmlns:a="http://schemas.openxmlformats.org/drawingml/2006/main">
              <a:ext uri="{FF2B5EF4-FFF2-40B4-BE49-F238E27FC236}">
                <a16:creationId xmlns:a16="http://schemas.microsoft.com/office/drawing/2014/main" id="{478CF387-0BCA-4186-A315-5388899CBAC4}"/>
              </a:ext>
            </a:extLst>
          </p:cNvPr>
          <p:cNvSpPr>
            <a:spLocks xmlns:a="http://schemas.openxmlformats.org/drawingml/2006/main" noGrp="1"/>
          </p:cNvSpPr>
          <p:nvPr/>
        </p:nvSpPr>
        <p:spPr>
          <a:xfrm xmlns:a="http://schemas.openxmlformats.org/drawingml/2006/main">
            <a:off x="2619375" y="5019675"/>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650" b="0" i="0">
                <a:solidFill>
                  <a:srgbClr val="FFFFFF"/>
                </a:solidFill>
                <a:latin typeface="Calibri"/>
                <a:ea typeface="Calibri"/>
                <a:cs typeface="Calibri"/>
              </a:defRPr>
            </a:pPr>
            <a:r>
              <a:rPr sz="1650" b="0" i="0">
                <a:solidFill>
                  <a:srgbClr val="FFFFFF"/>
                </a:solidFill>
                <a:latin typeface="Calibri"/>
                <a:ea typeface="Calibri"/>
                <a:cs typeface="Calibri"/>
              </a:rPr>
              <a:t>Narrower values move more data through the same bandwidth.</a:t>
            </a:r>
          </a:p>
        </p:txBody>
      </p:sp>
      <p:sp>
        <p:nvSpPr>
          <p:cNvPr id="51" name="">
            <a:extLst xmlns:a="http://schemas.openxmlformats.org/drawingml/2006/main">
              <a:ext uri="{FF2B5EF4-FFF2-40B4-BE49-F238E27FC236}">
                <a16:creationId xmlns:a16="http://schemas.microsoft.com/office/drawing/2014/main" id="{F6F51D3D-95C5-4162-9346-FB1F0FE94EC7}"/>
              </a:ext>
            </a:extLst>
          </p:cNvPr>
          <p:cNvSpPr>
            <a:spLocks xmlns:a="http://schemas.openxmlformats.org/drawingml/2006/main" noGrp="1"/>
          </p:cNvSpPr>
          <p:nvPr/>
        </p:nvSpPr>
        <p:spPr>
          <a:xfrm xmlns:a="http://schemas.openxmlformats.org/drawingml/2006/main">
            <a:off x="552450" y="6362700"/>
            <a:ext cx="11087100" cy="0"/>
          </a:xfrm>
          <a:prstGeom xmlns:a="http://schemas.openxmlformats.org/drawingml/2006/main" prst="line">
            <a:avLst/>
          </a:prstGeom>
          <a:noFill xmlns:a="http://schemas.openxmlformats.org/drawingml/2006/main"/>
          <a:ln xmlns:a="http://schemas.openxmlformats.org/drawingml/2006/main" w="9525">
            <a:solidFill>
              <a:srgbClr val="2A2A38"/>
            </a:solidFill>
            <a:prstDash val="solid"/>
          </a:ln>
        </p:spPr>
      </p:sp>
      <p:sp>
        <p:nvSpPr>
          <p:cNvPr id="52" name="">
            <a:extLst xmlns:a="http://schemas.openxmlformats.org/drawingml/2006/main">
              <a:ext uri="{FF2B5EF4-FFF2-40B4-BE49-F238E27FC236}">
                <a16:creationId xmlns:a16="http://schemas.microsoft.com/office/drawing/2014/main" id="{16EB3C6A-B239-4409-B89B-662B0AA5680D}"/>
              </a:ext>
            </a:extLst>
          </p:cNvPr>
          <p:cNvSpPr>
            <a:spLocks xmlns:a="http://schemas.openxmlformats.org/drawingml/2006/main" noGrp="1"/>
          </p:cNvSpPr>
          <p:nvPr/>
        </p:nvSpPr>
        <p:spPr>
          <a:xfrm xmlns:a="http://schemas.openxmlformats.org/drawingml/2006/main">
            <a:off x="552450" y="6419850"/>
            <a:ext cx="1108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0" i="1">
                <a:solidFill>
                  <a:srgbClr val="E8A832"/>
                </a:solidFill>
                <a:latin typeface="Calibri"/>
                <a:ea typeface="Calibri"/>
                <a:cs typeface="Calibri"/>
              </a:defRPr>
            </a:pPr>
            <a:r>
              <a:rPr sz="1275" b="0" i="1">
                <a:solidFill>
                  <a:srgbClr val="E8A832"/>
                </a:solidFill>
                <a:latin typeface="Calibri"/>
                <a:ea typeface="Calibri"/>
                <a:cs typeface="Calibri"/>
              </a:rPr>
              <a:t>Choose precision deliberately—and check what the actual card provides.</a:t>
            </a:r>
          </a:p>
        </p:txBody>
      </p:sp>
    </p:spTree>
    <p:extLst>
      <p:ext uri="{BB962C8B-B14F-4D97-AF65-F5344CB8AC3E}">
        <p14:creationId xmlns:p14="http://schemas.microsoft.com/office/powerpoint/2010/main" val="371406877"/>
      </p:ext>
    </p:extLst>
  </p:cSld>
</p:sld>
</file>

<file path=ppt/slides/slide6.xml><?xml version="1.0" encoding="utf-8"?>
<p:sld xmlns:p="http://schemas.openxmlformats.org/presentationml/2006/main">
  <p:cSld>
    <p:bg>
      <p:bgPr>
        <a:solidFill xmlns:a="http://schemas.openxmlformats.org/drawingml/2006/main">
          <a:srgbClr val="0B0B1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6C15E2F-E356-4731-978C-C6E1EF36BD0B}"/>
              </a:ext>
            </a:extLst>
          </p:cNvPr>
          <p:cNvSpPr>
            <a:spLocks xmlns:a="http://schemas.openxmlformats.org/drawingml/2006/main" noGrp="1"/>
          </p:cNvSpPr>
          <p:nvPr/>
        </p:nvSpPr>
        <p:spPr>
          <a:xfrm xmlns:a="http://schemas.openxmlformats.org/drawingml/2006/main">
            <a:off x="552450" y="228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00" b="1" i="0">
                <a:solidFill>
                  <a:srgbClr val="E8A832"/>
                </a:solidFill>
                <a:latin typeface="Courier New"/>
                <a:ea typeface="Courier New"/>
                <a:cs typeface="Courier New"/>
              </a:defRPr>
            </a:pPr>
            <a:r>
              <a:rPr sz="1200" b="1" i="0">
                <a:solidFill>
                  <a:srgbClr val="E8A832"/>
                </a:solidFill>
                <a:latin typeface="Courier New"/>
                <a:ea typeface="Courier New"/>
                <a:cs typeface="Courier New"/>
              </a:rPr>
              <a:t>SECTION 9  ·  WHY THIS MATTERS FOR YOU</a:t>
            </a:r>
          </a:p>
        </p:txBody>
      </p:sp>
      <p:sp>
        <p:nvSpPr>
          <p:cNvPr id="2" name="">
            <a:extLst xmlns:a="http://schemas.openxmlformats.org/drawingml/2006/main">
              <a:ext uri="{FF2B5EF4-FFF2-40B4-BE49-F238E27FC236}">
                <a16:creationId xmlns:a16="http://schemas.microsoft.com/office/drawing/2014/main" id="{64B02066-4C65-4D6A-84A9-787064B9D071}"/>
              </a:ext>
            </a:extLst>
          </p:cNvPr>
          <p:cNvSpPr>
            <a:spLocks xmlns:a="http://schemas.openxmlformats.org/drawingml/2006/main" noGrp="1"/>
          </p:cNvSpPr>
          <p:nvPr/>
        </p:nvSpPr>
        <p:spPr>
          <a:xfrm xmlns:a="http://schemas.openxmlformats.org/drawingml/2006/main">
            <a:off x="552450" y="5238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2700" b="1" i="0">
                <a:solidFill>
                  <a:srgbClr val="FFFFFF"/>
                </a:solidFill>
                <a:latin typeface="Courier New"/>
                <a:ea typeface="Courier New"/>
                <a:cs typeface="Courier New"/>
              </a:defRPr>
            </a:pPr>
            <a:r>
              <a:rPr sz="2700" b="1" i="0">
                <a:solidFill>
                  <a:srgbClr val="FFFFFF"/>
                </a:solidFill>
                <a:latin typeface="Courier New"/>
                <a:ea typeface="Courier New"/>
                <a:cs typeface="Courier New"/>
              </a:rPr>
              <a:t>Read the machine before you port</a:t>
            </a:r>
          </a:p>
        </p:txBody>
      </p:sp>
      <p:sp>
        <p:nvSpPr>
          <p:cNvPr id="3" name="">
            <a:extLst xmlns:a="http://schemas.openxmlformats.org/drawingml/2006/main">
              <a:ext uri="{FF2B5EF4-FFF2-40B4-BE49-F238E27FC236}">
                <a16:creationId xmlns:a16="http://schemas.microsoft.com/office/drawing/2014/main" id="{16C4AA69-9B8A-44B9-AD76-13657107F7F1}"/>
              </a:ext>
            </a:extLst>
          </p:cNvPr>
          <p:cNvSpPr>
            <a:spLocks xmlns:a="http://schemas.openxmlformats.org/drawingml/2006/main" noGrp="1"/>
          </p:cNvSpPr>
          <p:nvPr/>
        </p:nvSpPr>
        <p:spPr>
          <a:xfrm xmlns:a="http://schemas.openxmlformats.org/drawingml/2006/main">
            <a:off x="10668000" y="190500"/>
            <a:ext cx="95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r">
              <a:defRPr sz="5100" b="1" i="0">
                <a:solidFill>
                  <a:srgbClr val="23232F"/>
                </a:solidFill>
                <a:latin typeface="Courier New"/>
                <a:ea typeface="Courier New"/>
                <a:cs typeface="Courier New"/>
              </a:defRPr>
            </a:pPr>
            <a:r>
              <a:rPr sz="5100" b="1" i="0">
                <a:solidFill>
                  <a:srgbClr val="23232F"/>
                </a:solidFill>
                <a:latin typeface="Courier New"/>
                <a:ea typeface="Courier New"/>
                <a:cs typeface="Courier New"/>
              </a:rPr>
              <a:t>6</a:t>
            </a:r>
          </a:p>
        </p:txBody>
      </p:sp>
      <p:sp>
        <p:nvSpPr>
          <p:cNvPr id="4" name="">
            <a:extLst xmlns:a="http://schemas.openxmlformats.org/drawingml/2006/main">
              <a:ext uri="{FF2B5EF4-FFF2-40B4-BE49-F238E27FC236}">
                <a16:creationId xmlns:a16="http://schemas.microsoft.com/office/drawing/2014/main" id="{92C51FC7-B761-443A-A3BE-13A1DBC35A45}"/>
              </a:ext>
            </a:extLst>
          </p:cNvPr>
          <p:cNvSpPr>
            <a:spLocks xmlns:a="http://schemas.openxmlformats.org/drawingml/2006/main" noGrp="1"/>
          </p:cNvSpPr>
          <p:nvPr/>
        </p:nvSpPr>
        <p:spPr>
          <a:xfrm xmlns:a="http://schemas.openxmlformats.org/drawingml/2006/main">
            <a:off x="4191000" y="1352550"/>
            <a:ext cx="3810000" cy="685800"/>
          </a:xfrm>
          <a:prstGeom xmlns:a="http://schemas.openxmlformats.org/drawingml/2006/main" prst="roundRect">
            <a:avLst>
              <a:gd name="adj" fmla="val 16667"/>
            </a:avLst>
          </a:prstGeom>
          <a:solidFill xmlns:a="http://schemas.openxmlformats.org/drawingml/2006/main">
            <a:srgbClr val="211A0D"/>
          </a:solidFill>
          <a:ln xmlns:a="http://schemas.openxmlformats.org/drawingml/2006/main" w="20955">
            <a:solidFill>
              <a:srgbClr val="E8A832"/>
            </a:solidFill>
            <a:prstDash val="solid"/>
          </a:ln>
        </p:spPr>
        <p:txBody>
          <a:bodyPr xmlns:a="http://schemas.openxmlformats.org/drawingml/2006/main" wrap="square" anchor="ctr"/>
          <a:lstStyle xmlns:a="http://schemas.openxmlformats.org/drawingml/2006/main"/>
          <a:p xmlns:a="http://schemas.openxmlformats.org/drawingml/2006/main">
            <a:pPr algn="ctr">
              <a:defRPr sz="1575" b="1">
                <a:solidFill>
                  <a:srgbClr val="E8A832"/>
                </a:solidFill>
                <a:latin typeface="Courier New"/>
                <a:ea typeface="Courier New"/>
                <a:cs typeface="Courier New"/>
              </a:defRPr>
            </a:pPr>
            <a:r>
              <a:rPr sz="1575" b="1">
                <a:solidFill>
                  <a:srgbClr val="E8A832"/>
                </a:solidFill>
                <a:latin typeface="Courier New"/>
                <a:ea typeface="Courier New"/>
                <a:cs typeface="Courier New"/>
              </a:rPr>
              <a:t>WHERE IS THE KERNEL ON THE ROOFLINE?</a:t>
            </a:r>
          </a:p>
        </p:txBody>
      </p:sp>
      <p:sp>
        <p:nvSpPr>
          <p:cNvPr id="5" name="">
            <a:extLst xmlns:a="http://schemas.openxmlformats.org/drawingml/2006/main">
              <a:ext uri="{FF2B5EF4-FFF2-40B4-BE49-F238E27FC236}">
                <a16:creationId xmlns:a16="http://schemas.microsoft.com/office/drawing/2014/main" id="{6B7FABD8-58B1-4CBB-83A6-61FF21E0C989}"/>
              </a:ext>
            </a:extLst>
          </p:cNvPr>
          <p:cNvSpPr>
            <a:spLocks xmlns:a="http://schemas.openxmlformats.org/drawingml/2006/main" noGrp="1"/>
          </p:cNvSpPr>
          <p:nvPr/>
        </p:nvSpPr>
        <p:spPr>
          <a:xfrm xmlns:a="http://schemas.openxmlformats.org/drawingml/2006/main">
            <a:off x="3286125" y="2495550"/>
            <a:ext cx="1000125" cy="381000"/>
          </a:xfrm>
          <a:prstGeom xmlns:a="http://schemas.openxmlformats.org/drawingml/2006/main" prst="rightArrow">
            <a:avLst/>
          </a:prstGeom>
          <a:solidFill xmlns:a="http://schemas.openxmlformats.org/drawingml/2006/main">
            <a:srgbClr val="3CE8B2"/>
          </a:solidFill>
          <a:ln xmlns:a="http://schemas.openxmlformats.org/drawingml/2006/main" w="0">
            <a:solidFill>
              <a:srgbClr val="3CE8B2"/>
            </a:solidFill>
            <a:prstDash val="solid"/>
          </a:ln>
        </p:spPr>
      </p:sp>
      <p:sp>
        <p:nvSpPr>
          <p:cNvPr id="6" name="">
            <a:extLst xmlns:a="http://schemas.openxmlformats.org/drawingml/2006/main">
              <a:ext uri="{FF2B5EF4-FFF2-40B4-BE49-F238E27FC236}">
                <a16:creationId xmlns:a16="http://schemas.microsoft.com/office/drawing/2014/main" id="{2CF7B3B6-A734-47EE-B524-925A5F6108D6}"/>
              </a:ext>
            </a:extLst>
          </p:cNvPr>
          <p:cNvSpPr>
            <a:spLocks xmlns:a="http://schemas.openxmlformats.org/drawingml/2006/main" noGrp="1"/>
          </p:cNvSpPr>
          <p:nvPr/>
        </p:nvSpPr>
        <p:spPr>
          <a:xfrm xmlns:a="http://schemas.openxmlformats.org/drawingml/2006/main">
            <a:off x="7905750" y="2495550"/>
            <a:ext cx="1000125" cy="381000"/>
          </a:xfrm>
          <a:prstGeom xmlns:a="http://schemas.openxmlformats.org/drawingml/2006/main" prst="rightArrow">
            <a:avLst/>
          </a:prstGeom>
          <a:solidFill xmlns:a="http://schemas.openxmlformats.org/drawingml/2006/main">
            <a:srgbClr val="63A4FF"/>
          </a:solidFill>
          <a:ln xmlns:a="http://schemas.openxmlformats.org/drawingml/2006/main" w="0">
            <a:solidFill>
              <a:srgbClr val="63A4FF"/>
            </a:solidFill>
            <a:prstDash val="solid"/>
          </a:ln>
        </p:spPr>
      </p:sp>
      <p:sp>
        <p:nvSpPr>
          <p:cNvPr id="7" name="">
            <a:extLst xmlns:a="http://schemas.openxmlformats.org/drawingml/2006/main">
              <a:ext uri="{FF2B5EF4-FFF2-40B4-BE49-F238E27FC236}">
                <a16:creationId xmlns:a16="http://schemas.microsoft.com/office/drawing/2014/main" id="{3B3BA3D4-1590-4FCC-A7EC-0AABB0BCB92A}"/>
              </a:ext>
            </a:extLst>
          </p:cNvPr>
          <p:cNvSpPr>
            <a:spLocks xmlns:a="http://schemas.openxmlformats.org/drawingml/2006/main" noGrp="1"/>
          </p:cNvSpPr>
          <p:nvPr/>
        </p:nvSpPr>
        <p:spPr>
          <a:xfrm xmlns:a="http://schemas.openxmlformats.org/drawingml/2006/main">
            <a:off x="3286125" y="4648200"/>
            <a:ext cx="1000125" cy="381000"/>
          </a:xfrm>
          <a:prstGeom xmlns:a="http://schemas.openxmlformats.org/drawingml/2006/main" prst="rightArrow">
            <a:avLst/>
          </a:prstGeom>
          <a:solidFill xmlns:a="http://schemas.openxmlformats.org/drawingml/2006/main">
            <a:srgbClr val="3CE8B2"/>
          </a:solidFill>
          <a:ln xmlns:a="http://schemas.openxmlformats.org/drawingml/2006/main" w="0">
            <a:solidFill>
              <a:srgbClr val="3CE8B2"/>
            </a:solidFill>
            <a:prstDash val="solid"/>
          </a:ln>
        </p:spPr>
      </p:sp>
      <p:sp>
        <p:nvSpPr>
          <p:cNvPr id="8" name="">
            <a:extLst xmlns:a="http://schemas.openxmlformats.org/drawingml/2006/main">
              <a:ext uri="{FF2B5EF4-FFF2-40B4-BE49-F238E27FC236}">
                <a16:creationId xmlns:a16="http://schemas.microsoft.com/office/drawing/2014/main" id="{AB9C2672-D617-41C6-8171-353380B6B02F}"/>
              </a:ext>
            </a:extLst>
          </p:cNvPr>
          <p:cNvSpPr>
            <a:spLocks xmlns:a="http://schemas.openxmlformats.org/drawingml/2006/main" noGrp="1"/>
          </p:cNvSpPr>
          <p:nvPr/>
        </p:nvSpPr>
        <p:spPr>
          <a:xfrm xmlns:a="http://schemas.openxmlformats.org/drawingml/2006/main">
            <a:off x="7905750" y="4648200"/>
            <a:ext cx="1000125" cy="381000"/>
          </a:xfrm>
          <a:prstGeom xmlns:a="http://schemas.openxmlformats.org/drawingml/2006/main" prst="rightArrow">
            <a:avLst/>
          </a:prstGeom>
          <a:solidFill xmlns:a="http://schemas.openxmlformats.org/drawingml/2006/main">
            <a:srgbClr val="63A4FF"/>
          </a:solidFill>
          <a:ln xmlns:a="http://schemas.openxmlformats.org/drawingml/2006/main" w="0">
            <a:solidFill>
              <a:srgbClr val="63A4FF"/>
            </a:solidFill>
            <a:prstDash val="solid"/>
          </a:ln>
        </p:spPr>
      </p:sp>
      <p:sp>
        <p:nvSpPr>
          <p:cNvPr id="9" name="">
            <a:extLst xmlns:a="http://schemas.openxmlformats.org/drawingml/2006/main">
              <a:ext uri="{FF2B5EF4-FFF2-40B4-BE49-F238E27FC236}">
                <a16:creationId xmlns:a16="http://schemas.microsoft.com/office/drawing/2014/main" id="{D3319791-20D9-4FDC-8E53-78EC40E3AD31}"/>
              </a:ext>
            </a:extLst>
          </p:cNvPr>
          <p:cNvSpPr>
            <a:spLocks xmlns:a="http://schemas.openxmlformats.org/drawingml/2006/main" noGrp="1"/>
          </p:cNvSpPr>
          <p:nvPr/>
        </p:nvSpPr>
        <p:spPr>
          <a:xfrm xmlns:a="http://schemas.openxmlformats.org/drawingml/2006/main">
            <a:off x="904875" y="22479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350" b="1" i="0">
                <a:solidFill>
                  <a:srgbClr val="3CE8B2"/>
                </a:solidFill>
                <a:latin typeface="Courier New"/>
                <a:ea typeface="Courier New"/>
                <a:cs typeface="Courier New"/>
              </a:defRPr>
            </a:pPr>
            <a:r>
              <a:rPr sz="1350" b="1" i="0">
                <a:solidFill>
                  <a:srgbClr val="3CE8B2"/>
                </a:solidFill>
                <a:latin typeface="Courier New"/>
                <a:ea typeface="Courier New"/>
                <a:cs typeface="Courier New"/>
              </a:rPr>
              <a:t>MEMORY-BOUND</a:t>
            </a:r>
          </a:p>
        </p:txBody>
      </p:sp>
      <p:sp>
        <p:nvSpPr>
          <p:cNvPr id="10" name="">
            <a:extLst xmlns:a="http://schemas.openxmlformats.org/drawingml/2006/main">
              <a:ext uri="{FF2B5EF4-FFF2-40B4-BE49-F238E27FC236}">
                <a16:creationId xmlns:a16="http://schemas.microsoft.com/office/drawing/2014/main" id="{99F65483-A6F4-4F22-B233-B4335EF56E3F}"/>
              </a:ext>
            </a:extLst>
          </p:cNvPr>
          <p:cNvSpPr>
            <a:spLocks xmlns:a="http://schemas.openxmlformats.org/drawingml/2006/main" noGrp="1"/>
          </p:cNvSpPr>
          <p:nvPr/>
        </p:nvSpPr>
        <p:spPr>
          <a:xfrm xmlns:a="http://schemas.openxmlformats.org/drawingml/2006/main">
            <a:off x="762000" y="2667000"/>
            <a:ext cx="3190875" cy="1476375"/>
          </a:xfrm>
          <a:prstGeom xmlns:a="http://schemas.openxmlformats.org/drawingml/2006/main" prst="roundRect">
            <a:avLst>
              <a:gd name="adj" fmla="val 7742"/>
            </a:avLst>
          </a:prstGeom>
          <a:solidFill xmlns:a="http://schemas.openxmlformats.org/drawingml/2006/main">
            <a:srgbClr val="10231F"/>
          </a:solidFill>
          <a:ln xmlns:a="http://schemas.openxmlformats.org/drawingml/2006/main" w="19050">
            <a:solidFill>
              <a:srgbClr val="3CE8B2"/>
            </a:solidFill>
            <a:prstDash val="solid"/>
          </a:ln>
        </p:spPr>
      </p:sp>
      <p:sp>
        <p:nvSpPr>
          <p:cNvPr id="11" name="">
            <a:extLst xmlns:a="http://schemas.openxmlformats.org/drawingml/2006/main">
              <a:ext uri="{FF2B5EF4-FFF2-40B4-BE49-F238E27FC236}">
                <a16:creationId xmlns:a16="http://schemas.microsoft.com/office/drawing/2014/main" id="{57397997-95B8-4A43-B60B-A31495179881}"/>
              </a:ext>
            </a:extLst>
          </p:cNvPr>
          <p:cNvSpPr>
            <a:spLocks xmlns:a="http://schemas.openxmlformats.org/drawingml/2006/main" noGrp="1"/>
          </p:cNvSpPr>
          <p:nvPr/>
        </p:nvSpPr>
        <p:spPr>
          <a:xfrm xmlns:a="http://schemas.openxmlformats.org/drawingml/2006/main">
            <a:off x="1047750" y="287655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950" b="1" i="0">
                <a:solidFill>
                  <a:srgbClr val="3CE8B2"/>
                </a:solidFill>
                <a:latin typeface="Courier New"/>
                <a:ea typeface="Courier New"/>
                <a:cs typeface="Courier New"/>
              </a:defRPr>
            </a:pPr>
            <a:r>
              <a:rPr sz="1950" b="1" i="0">
                <a:solidFill>
                  <a:srgbClr val="3CE8B2"/>
                </a:solidFill>
                <a:latin typeface="Courier New"/>
                <a:ea typeface="Courier New"/>
                <a:cs typeface="Courier New"/>
              </a:rPr>
              <a:t>CUT BYTES</a:t>
            </a:r>
          </a:p>
        </p:txBody>
      </p:sp>
      <p:sp>
        <p:nvSpPr>
          <p:cNvPr id="12" name="">
            <a:extLst xmlns:a="http://schemas.openxmlformats.org/drawingml/2006/main">
              <a:ext uri="{FF2B5EF4-FFF2-40B4-BE49-F238E27FC236}">
                <a16:creationId xmlns:a16="http://schemas.microsoft.com/office/drawing/2014/main" id="{93B08743-31C1-4976-8DB5-8EB8B59D1E52}"/>
              </a:ext>
            </a:extLst>
          </p:cNvPr>
          <p:cNvSpPr>
            <a:spLocks xmlns:a="http://schemas.openxmlformats.org/drawingml/2006/main" noGrp="1"/>
          </p:cNvSpPr>
          <p:nvPr/>
        </p:nvSpPr>
        <p:spPr>
          <a:xfrm xmlns:a="http://schemas.openxmlformats.org/drawingml/2006/main">
            <a:off x="1190625" y="3286125"/>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425" b="0" i="0">
                <a:solidFill>
                  <a:srgbClr val="FFFFFF"/>
                </a:solidFill>
                <a:latin typeface="Calibri"/>
                <a:ea typeface="Calibri"/>
                <a:cs typeface="Calibri"/>
              </a:defRPr>
            </a:pPr>
            <a:r>
              <a:rPr sz="1425" b="0" i="0">
                <a:solidFill>
                  <a:srgbClr val="FFFFFF"/>
                </a:solidFill>
                <a:latin typeface="Calibri"/>
                <a:ea typeface="Calibri"/>
                <a:cs typeface="Calibri"/>
              </a:rPr>
              <a:t>lower precision</a:t>
            </a:r>
          </a:p>
          <a:p xmlns:a="http://schemas.openxmlformats.org/drawingml/2006/main">
            <a:pPr algn="ctr">
              <a:defRPr sz="1425" b="0" i="0">
                <a:solidFill>
                  <a:srgbClr val="FFFFFF"/>
                </a:solidFill>
                <a:latin typeface="Calibri"/>
                <a:ea typeface="Calibri"/>
                <a:cs typeface="Calibri"/>
              </a:defRPr>
            </a:pPr>
            <a:r>
              <a:rPr sz="1425" b="0" i="0">
                <a:solidFill>
                  <a:srgbClr val="FFFFFF"/>
                </a:solidFill>
                <a:latin typeface="Calibri"/>
                <a:ea typeface="Calibri"/>
                <a:cs typeface="Calibri"/>
              </a:rPr>
              <a:t>keep data resident</a:t>
            </a:r>
          </a:p>
          <a:p xmlns:a="http://schemas.openxmlformats.org/drawingml/2006/main">
            <a:pPr algn="ctr">
              <a:defRPr sz="1425" b="0" i="0">
                <a:solidFill>
                  <a:srgbClr val="FFFFFF"/>
                </a:solidFill>
                <a:latin typeface="Calibri"/>
                <a:ea typeface="Calibri"/>
                <a:cs typeface="Calibri"/>
              </a:defRPr>
            </a:pPr>
            <a:r>
              <a:rPr sz="1425" b="0" i="0">
                <a:solidFill>
                  <a:srgbClr val="FFFFFF"/>
                </a:solidFill>
                <a:latin typeface="Calibri"/>
                <a:ea typeface="Calibri"/>
                <a:cs typeface="Calibri"/>
              </a:rPr>
              <a:t>fuse nearby work</a:t>
            </a:r>
          </a:p>
        </p:txBody>
      </p:sp>
      <p:sp>
        <p:nvSpPr>
          <p:cNvPr id="13" name="">
            <a:extLst xmlns:a="http://schemas.openxmlformats.org/drawingml/2006/main">
              <a:ext uri="{FF2B5EF4-FFF2-40B4-BE49-F238E27FC236}">
                <a16:creationId xmlns:a16="http://schemas.microsoft.com/office/drawing/2014/main" id="{854CFA84-F288-48A7-A446-484D4470CA6D}"/>
              </a:ext>
            </a:extLst>
          </p:cNvPr>
          <p:cNvSpPr>
            <a:spLocks xmlns:a="http://schemas.openxmlformats.org/drawingml/2006/main" noGrp="1"/>
          </p:cNvSpPr>
          <p:nvPr/>
        </p:nvSpPr>
        <p:spPr>
          <a:xfrm xmlns:a="http://schemas.openxmlformats.org/drawingml/2006/main">
            <a:off x="8334375" y="22479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350" b="1" i="0">
                <a:solidFill>
                  <a:srgbClr val="63A4FF"/>
                </a:solidFill>
                <a:latin typeface="Courier New"/>
                <a:ea typeface="Courier New"/>
                <a:cs typeface="Courier New"/>
              </a:defRPr>
            </a:pPr>
            <a:r>
              <a:rPr sz="1350" b="1" i="0">
                <a:solidFill>
                  <a:srgbClr val="63A4FF"/>
                </a:solidFill>
                <a:latin typeface="Courier New"/>
                <a:ea typeface="Courier New"/>
                <a:cs typeface="Courier New"/>
              </a:rPr>
              <a:t>COMPUTE-BOUND</a:t>
            </a:r>
          </a:p>
        </p:txBody>
      </p:sp>
      <p:sp>
        <p:nvSpPr>
          <p:cNvPr id="14" name="">
            <a:extLst xmlns:a="http://schemas.openxmlformats.org/drawingml/2006/main">
              <a:ext uri="{FF2B5EF4-FFF2-40B4-BE49-F238E27FC236}">
                <a16:creationId xmlns:a16="http://schemas.microsoft.com/office/drawing/2014/main" id="{5F4E2BBA-8A62-4FEC-A0F5-6B37CD45FFA5}"/>
              </a:ext>
            </a:extLst>
          </p:cNvPr>
          <p:cNvSpPr>
            <a:spLocks xmlns:a="http://schemas.openxmlformats.org/drawingml/2006/main" noGrp="1"/>
          </p:cNvSpPr>
          <p:nvPr/>
        </p:nvSpPr>
        <p:spPr>
          <a:xfrm xmlns:a="http://schemas.openxmlformats.org/drawingml/2006/main">
            <a:off x="8239125" y="2667000"/>
            <a:ext cx="3190875" cy="1476375"/>
          </a:xfrm>
          <a:prstGeom xmlns:a="http://schemas.openxmlformats.org/drawingml/2006/main" prst="roundRect">
            <a:avLst>
              <a:gd name="adj" fmla="val 7742"/>
            </a:avLst>
          </a:prstGeom>
          <a:solidFill xmlns:a="http://schemas.openxmlformats.org/drawingml/2006/main">
            <a:srgbClr val="111821"/>
          </a:solidFill>
          <a:ln xmlns:a="http://schemas.openxmlformats.org/drawingml/2006/main" w="19050">
            <a:solidFill>
              <a:srgbClr val="63A4FF"/>
            </a:solidFill>
            <a:prstDash val="solid"/>
          </a:ln>
        </p:spPr>
      </p:sp>
      <p:sp>
        <p:nvSpPr>
          <p:cNvPr id="15" name="">
            <a:extLst xmlns:a="http://schemas.openxmlformats.org/drawingml/2006/main">
              <a:ext uri="{FF2B5EF4-FFF2-40B4-BE49-F238E27FC236}">
                <a16:creationId xmlns:a16="http://schemas.microsoft.com/office/drawing/2014/main" id="{EE22B060-D965-4899-A09F-C6F22784C6C6}"/>
              </a:ext>
            </a:extLst>
          </p:cNvPr>
          <p:cNvSpPr>
            <a:spLocks xmlns:a="http://schemas.openxmlformats.org/drawingml/2006/main" noGrp="1"/>
          </p:cNvSpPr>
          <p:nvPr/>
        </p:nvSpPr>
        <p:spPr>
          <a:xfrm xmlns:a="http://schemas.openxmlformats.org/drawingml/2006/main">
            <a:off x="8524875" y="287655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950" b="1" i="0">
                <a:solidFill>
                  <a:srgbClr val="63A4FF"/>
                </a:solidFill>
                <a:latin typeface="Courier New"/>
                <a:ea typeface="Courier New"/>
                <a:cs typeface="Courier New"/>
              </a:defRPr>
            </a:pPr>
            <a:r>
              <a:rPr sz="1950" b="1" i="0">
                <a:solidFill>
                  <a:srgbClr val="63A4FF"/>
                </a:solidFill>
                <a:latin typeface="Courier New"/>
                <a:ea typeface="Courier New"/>
                <a:cs typeface="Courier New"/>
              </a:rPr>
              <a:t>MATCH THE MATH</a:t>
            </a:r>
          </a:p>
        </p:txBody>
      </p:sp>
      <p:sp>
        <p:nvSpPr>
          <p:cNvPr id="16" name="">
            <a:extLst xmlns:a="http://schemas.openxmlformats.org/drawingml/2006/main">
              <a:ext uri="{FF2B5EF4-FFF2-40B4-BE49-F238E27FC236}">
                <a16:creationId xmlns:a16="http://schemas.microsoft.com/office/drawing/2014/main" id="{D02E6061-B4C5-4B97-8138-FE90A76349C2}"/>
              </a:ext>
            </a:extLst>
          </p:cNvPr>
          <p:cNvSpPr>
            <a:spLocks xmlns:a="http://schemas.openxmlformats.org/drawingml/2006/main" noGrp="1"/>
          </p:cNvSpPr>
          <p:nvPr/>
        </p:nvSpPr>
        <p:spPr>
          <a:xfrm xmlns:a="http://schemas.openxmlformats.org/drawingml/2006/main">
            <a:off x="8667750" y="3286125"/>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425" b="0" i="0">
                <a:solidFill>
                  <a:srgbClr val="FFFFFF"/>
                </a:solidFill>
                <a:latin typeface="Calibri"/>
                <a:ea typeface="Calibri"/>
                <a:cs typeface="Calibri"/>
              </a:defRPr>
            </a:pPr>
            <a:r>
              <a:rPr sz="1425" b="0" i="0">
                <a:solidFill>
                  <a:srgbClr val="FFFFFF"/>
                </a:solidFill>
                <a:latin typeface="Calibri"/>
                <a:ea typeface="Calibri"/>
                <a:cs typeface="Calibri"/>
              </a:rPr>
              <a:t>library operation</a:t>
            </a:r>
          </a:p>
          <a:p xmlns:a="http://schemas.openxmlformats.org/drawingml/2006/main">
            <a:pPr algn="ctr">
              <a:defRPr sz="1425" b="0" i="0">
                <a:solidFill>
                  <a:srgbClr val="FFFFFF"/>
                </a:solidFill>
                <a:latin typeface="Calibri"/>
                <a:ea typeface="Calibri"/>
                <a:cs typeface="Calibri"/>
              </a:defRPr>
            </a:pPr>
            <a:r>
              <a:rPr sz="1425" b="0" i="0">
                <a:solidFill>
                  <a:srgbClr val="FFFFFF"/>
                </a:solidFill>
                <a:latin typeface="Calibri"/>
                <a:ea typeface="Calibri"/>
                <a:cs typeface="Calibri"/>
              </a:rPr>
              <a:t>hardware fast path</a:t>
            </a:r>
          </a:p>
          <a:p xmlns:a="http://schemas.openxmlformats.org/drawingml/2006/main">
            <a:pPr algn="ctr">
              <a:defRPr sz="1425" b="0" i="0">
                <a:solidFill>
                  <a:srgbClr val="FFFFFF"/>
                </a:solidFill>
                <a:latin typeface="Calibri"/>
                <a:ea typeface="Calibri"/>
                <a:cs typeface="Calibri"/>
              </a:defRPr>
            </a:pPr>
            <a:r>
              <a:rPr sz="1425" b="0" i="0">
                <a:solidFill>
                  <a:srgbClr val="FFFFFF"/>
                </a:solidFill>
                <a:latin typeface="Calibri"/>
                <a:ea typeface="Calibri"/>
                <a:cs typeface="Calibri"/>
              </a:rPr>
              <a:t>format support</a:t>
            </a:r>
          </a:p>
        </p:txBody>
      </p:sp>
      <p:sp>
        <p:nvSpPr>
          <p:cNvPr id="17" name="">
            <a:extLst xmlns:a="http://schemas.openxmlformats.org/drawingml/2006/main">
              <a:ext uri="{FF2B5EF4-FFF2-40B4-BE49-F238E27FC236}">
                <a16:creationId xmlns:a16="http://schemas.microsoft.com/office/drawing/2014/main" id="{BF69923D-DB9B-47D8-8537-D0BAC8740F49}"/>
              </a:ext>
            </a:extLst>
          </p:cNvPr>
          <p:cNvSpPr>
            <a:spLocks xmlns:a="http://schemas.openxmlformats.org/drawingml/2006/main" noGrp="1"/>
          </p:cNvSpPr>
          <p:nvPr/>
        </p:nvSpPr>
        <p:spPr>
          <a:xfrm xmlns:a="http://schemas.openxmlformats.org/drawingml/2006/main">
            <a:off x="4191000" y="2667000"/>
            <a:ext cx="3810000" cy="1476375"/>
          </a:xfrm>
          <a:prstGeom xmlns:a="http://schemas.openxmlformats.org/drawingml/2006/main" prst="roundRect">
            <a:avLst>
              <a:gd name="adj" fmla="val 7742"/>
            </a:avLst>
          </a:prstGeom>
          <a:solidFill xmlns:a="http://schemas.openxmlformats.org/drawingml/2006/main">
            <a:srgbClr val="14141D"/>
          </a:solidFill>
          <a:ln xmlns:a="http://schemas.openxmlformats.org/drawingml/2006/main" w="14288">
            <a:solidFill>
              <a:srgbClr val="2A2A38"/>
            </a:solidFill>
            <a:prstDash val="solid"/>
          </a:ln>
        </p:spPr>
      </p:sp>
      <p:sp>
        <p:nvSpPr>
          <p:cNvPr id="18" name="">
            <a:extLst xmlns:a="http://schemas.openxmlformats.org/drawingml/2006/main">
              <a:ext uri="{FF2B5EF4-FFF2-40B4-BE49-F238E27FC236}">
                <a16:creationId xmlns:a16="http://schemas.microsoft.com/office/drawing/2014/main" id="{A40EE83B-03CB-4D81-AECD-B302DD99C158}"/>
              </a:ext>
            </a:extLst>
          </p:cNvPr>
          <p:cNvSpPr>
            <a:spLocks xmlns:a="http://schemas.openxmlformats.org/drawingml/2006/main" noGrp="1"/>
          </p:cNvSpPr>
          <p:nvPr/>
        </p:nvSpPr>
        <p:spPr>
          <a:xfrm xmlns:a="http://schemas.openxmlformats.org/drawingml/2006/main">
            <a:off x="4619625" y="29337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2025" b="1" i="0">
                <a:solidFill>
                  <a:srgbClr val="FFFFFF"/>
                </a:solidFill>
                <a:latin typeface="Courier New"/>
                <a:ea typeface="Courier New"/>
                <a:cs typeface="Courier New"/>
              </a:defRPr>
            </a:pPr>
            <a:r>
              <a:rPr sz="2025" b="1" i="0">
                <a:solidFill>
                  <a:srgbClr val="FFFFFF"/>
                </a:solidFill>
                <a:latin typeface="Courier New"/>
                <a:ea typeface="Courier New"/>
                <a:cs typeface="Courier New"/>
              </a:rPr>
              <a:t>THE HISTORY GIVES</a:t>
            </a:r>
          </a:p>
          <a:p xmlns:a="http://schemas.openxmlformats.org/drawingml/2006/main">
            <a:pPr algn="ctr">
              <a:defRPr sz="2025" b="1" i="0">
                <a:solidFill>
                  <a:srgbClr val="FFFFFF"/>
                </a:solidFill>
                <a:latin typeface="Courier New"/>
                <a:ea typeface="Courier New"/>
                <a:cs typeface="Courier New"/>
              </a:defRPr>
            </a:pPr>
            <a:r>
              <a:rPr sz="2025" b="1" i="0">
                <a:solidFill>
                  <a:srgbClr val="FFFFFF"/>
                </a:solidFill>
                <a:latin typeface="Courier New"/>
                <a:ea typeface="Courier New"/>
                <a:cs typeface="Courier New"/>
              </a:rPr>
              <a:t>YOU THE QUESTIONS</a:t>
            </a:r>
          </a:p>
        </p:txBody>
      </p:sp>
      <p:sp>
        <p:nvSpPr>
          <p:cNvPr id="19" name="">
            <a:extLst xmlns:a="http://schemas.openxmlformats.org/drawingml/2006/main">
              <a:ext uri="{FF2B5EF4-FFF2-40B4-BE49-F238E27FC236}">
                <a16:creationId xmlns:a16="http://schemas.microsoft.com/office/drawing/2014/main" id="{4B98F685-80DF-4D1D-A861-0E415573F278}"/>
              </a:ext>
            </a:extLst>
          </p:cNvPr>
          <p:cNvSpPr>
            <a:spLocks xmlns:a="http://schemas.openxmlformats.org/drawingml/2006/main" noGrp="1"/>
          </p:cNvSpPr>
          <p:nvPr/>
        </p:nvSpPr>
        <p:spPr>
          <a:xfrm xmlns:a="http://schemas.openxmlformats.org/drawingml/2006/main">
            <a:off x="4524375" y="36671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200" b="0" i="0">
                <a:solidFill>
                  <a:srgbClr val="858596"/>
                </a:solidFill>
                <a:latin typeface="Calibri"/>
                <a:ea typeface="Calibri"/>
                <a:cs typeface="Calibri"/>
              </a:defRPr>
            </a:pPr>
            <a:r>
              <a:rPr sz="1200" b="0" i="0">
                <a:solidFill>
                  <a:srgbClr val="858596"/>
                </a:solidFill>
                <a:latin typeface="Calibri"/>
                <a:ea typeface="Calibri"/>
                <a:cs typeface="Calibri"/>
              </a:rPr>
              <a:t>parallelism · movement · launches · specialization · precision</a:t>
            </a:r>
          </a:p>
        </p:txBody>
      </p:sp>
      <p:sp>
        <p:nvSpPr>
          <p:cNvPr id="20" name="">
            <a:extLst xmlns:a="http://schemas.openxmlformats.org/drawingml/2006/main">
              <a:ext uri="{FF2B5EF4-FFF2-40B4-BE49-F238E27FC236}">
                <a16:creationId xmlns:a16="http://schemas.microsoft.com/office/drawing/2014/main" id="{0C0E4E8F-158F-4B9F-B6D1-BE308DC23FF4}"/>
              </a:ext>
            </a:extLst>
          </p:cNvPr>
          <p:cNvSpPr>
            <a:spLocks xmlns:a="http://schemas.openxmlformats.org/drawingml/2006/main" noGrp="1"/>
          </p:cNvSpPr>
          <p:nvPr/>
        </p:nvSpPr>
        <p:spPr>
          <a:xfrm xmlns:a="http://schemas.openxmlformats.org/drawingml/2006/main">
            <a:off x="904875" y="44386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350" b="1" i="0">
                <a:solidFill>
                  <a:srgbClr val="3CE8B2"/>
                </a:solidFill>
                <a:latin typeface="Courier New"/>
                <a:ea typeface="Courier New"/>
                <a:cs typeface="Courier New"/>
              </a:defRPr>
            </a:pPr>
            <a:r>
              <a:rPr sz="1350" b="1" i="0">
                <a:solidFill>
                  <a:srgbClr val="3CE8B2"/>
                </a:solidFill>
                <a:latin typeface="Courier New"/>
                <a:ea typeface="Courier New"/>
                <a:cs typeface="Courier New"/>
              </a:rPr>
              <a:t>FP64-DOMINATED?</a:t>
            </a:r>
          </a:p>
        </p:txBody>
      </p:sp>
      <p:sp>
        <p:nvSpPr>
          <p:cNvPr id="21" name="">
            <a:extLst xmlns:a="http://schemas.openxmlformats.org/drawingml/2006/main">
              <a:ext uri="{FF2B5EF4-FFF2-40B4-BE49-F238E27FC236}">
                <a16:creationId xmlns:a16="http://schemas.microsoft.com/office/drawing/2014/main" id="{373562C4-F8CC-4F2B-9C05-4CE2CF09022B}"/>
              </a:ext>
            </a:extLst>
          </p:cNvPr>
          <p:cNvSpPr>
            <a:spLocks xmlns:a="http://schemas.openxmlformats.org/drawingml/2006/main" noGrp="1"/>
          </p:cNvSpPr>
          <p:nvPr/>
        </p:nvSpPr>
        <p:spPr>
          <a:xfrm xmlns:a="http://schemas.openxmlformats.org/drawingml/2006/main">
            <a:off x="762000" y="4857750"/>
            <a:ext cx="3190875" cy="1000125"/>
          </a:xfrm>
          <a:prstGeom xmlns:a="http://schemas.openxmlformats.org/drawingml/2006/main" prst="roundRect">
            <a:avLst>
              <a:gd name="adj" fmla="val 11429"/>
            </a:avLst>
          </a:prstGeom>
          <a:solidFill xmlns:a="http://schemas.openxmlformats.org/drawingml/2006/main">
            <a:srgbClr val="14141D"/>
          </a:solidFill>
          <a:ln xmlns:a="http://schemas.openxmlformats.org/drawingml/2006/main" w="14288">
            <a:solidFill>
              <a:srgbClr val="3CE8B2"/>
            </a:solidFill>
            <a:prstDash val="solid"/>
          </a:ln>
        </p:spPr>
        <p:txBody>
          <a:bodyPr xmlns:a="http://schemas.openxmlformats.org/drawingml/2006/main" wrap="square" anchor="ctr"/>
          <a:lstStyle xmlns:a="http://schemas.openxmlformats.org/drawingml/2006/main"/>
          <a:p xmlns:a="http://schemas.openxmlformats.org/drawingml/2006/main">
            <a:pPr algn="ctr">
              <a:defRPr sz="1500" b="1">
                <a:solidFill>
                  <a:srgbClr val="FFFFFF"/>
                </a:solidFill>
                <a:latin typeface="Calibri"/>
                <a:ea typeface="Calibri"/>
                <a:cs typeface="Calibri"/>
              </a:defRPr>
            </a:pPr>
            <a:r>
              <a:rPr sz="1500" b="1">
                <a:solidFill>
                  <a:srgbClr val="FFFFFF"/>
                </a:solidFill>
                <a:latin typeface="Calibri"/>
                <a:ea typeface="Calibri"/>
                <a:cs typeface="Calibri"/>
              </a:rPr>
              <a:t>Check the ratio.</a:t>
            </a:r>
          </a:p>
          <a:p xmlns:a="http://schemas.openxmlformats.org/drawingml/2006/main">
            <a:pPr algn="ctr">
              <a:defRPr sz="1500" b="1">
                <a:solidFill>
                  <a:srgbClr val="FFFFFF"/>
                </a:solidFill>
                <a:latin typeface="Calibri"/>
                <a:ea typeface="Calibri"/>
                <a:cs typeface="Calibri"/>
              </a:defRPr>
            </a:pPr>
            <a:r>
              <a:rPr sz="1500" b="1">
                <a:solidFill>
                  <a:srgbClr val="FFFFFF"/>
                </a:solidFill>
                <a:latin typeface="Calibri"/>
                <a:ea typeface="Calibri"/>
                <a:cs typeface="Calibri"/>
              </a:rPr>
              <a:t>Choose the product class.</a:t>
            </a:r>
          </a:p>
        </p:txBody>
      </p:sp>
      <p:sp>
        <p:nvSpPr>
          <p:cNvPr id="22" name="">
            <a:extLst xmlns:a="http://schemas.openxmlformats.org/drawingml/2006/main">
              <a:ext uri="{FF2B5EF4-FFF2-40B4-BE49-F238E27FC236}">
                <a16:creationId xmlns:a16="http://schemas.microsoft.com/office/drawing/2014/main" id="{2A154DDD-7929-4F13-96AA-DFD6159F657D}"/>
              </a:ext>
            </a:extLst>
          </p:cNvPr>
          <p:cNvSpPr>
            <a:spLocks xmlns:a="http://schemas.openxmlformats.org/drawingml/2006/main" noGrp="1"/>
          </p:cNvSpPr>
          <p:nvPr/>
        </p:nvSpPr>
        <p:spPr>
          <a:xfrm xmlns:a="http://schemas.openxmlformats.org/drawingml/2006/main">
            <a:off x="8334375" y="44386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ctr">
              <a:defRPr sz="1350" b="1" i="0">
                <a:solidFill>
                  <a:srgbClr val="63A4FF"/>
                </a:solidFill>
                <a:latin typeface="Courier New"/>
                <a:ea typeface="Courier New"/>
                <a:cs typeface="Courier New"/>
              </a:defRPr>
            </a:pPr>
            <a:r>
              <a:rPr sz="1350" b="1" i="0">
                <a:solidFill>
                  <a:srgbClr val="63A4FF"/>
                </a:solidFill>
                <a:latin typeface="Courier New"/>
                <a:ea typeface="Courier New"/>
                <a:cs typeface="Courier New"/>
              </a:rPr>
              <a:t>COMMON OPERATION?</a:t>
            </a:r>
          </a:p>
        </p:txBody>
      </p:sp>
      <p:sp>
        <p:nvSpPr>
          <p:cNvPr id="23" name="">
            <a:extLst xmlns:a="http://schemas.openxmlformats.org/drawingml/2006/main">
              <a:ext uri="{FF2B5EF4-FFF2-40B4-BE49-F238E27FC236}">
                <a16:creationId xmlns:a16="http://schemas.microsoft.com/office/drawing/2014/main" id="{D275A3B5-06AF-403A-86A9-3E8A93F8F63E}"/>
              </a:ext>
            </a:extLst>
          </p:cNvPr>
          <p:cNvSpPr>
            <a:spLocks xmlns:a="http://schemas.openxmlformats.org/drawingml/2006/main" noGrp="1"/>
          </p:cNvSpPr>
          <p:nvPr/>
        </p:nvSpPr>
        <p:spPr>
          <a:xfrm xmlns:a="http://schemas.openxmlformats.org/drawingml/2006/main">
            <a:off x="8239125" y="4857750"/>
            <a:ext cx="3190875" cy="1000125"/>
          </a:xfrm>
          <a:prstGeom xmlns:a="http://schemas.openxmlformats.org/drawingml/2006/main" prst="roundRect">
            <a:avLst>
              <a:gd name="adj" fmla="val 11429"/>
            </a:avLst>
          </a:prstGeom>
          <a:solidFill xmlns:a="http://schemas.openxmlformats.org/drawingml/2006/main">
            <a:srgbClr val="14141D"/>
          </a:solidFill>
          <a:ln xmlns:a="http://schemas.openxmlformats.org/drawingml/2006/main" w="14288">
            <a:solidFill>
              <a:srgbClr val="63A4FF"/>
            </a:solidFill>
            <a:prstDash val="solid"/>
          </a:ln>
        </p:spPr>
        <p:txBody>
          <a:bodyPr xmlns:a="http://schemas.openxmlformats.org/drawingml/2006/main" wrap="square" anchor="ctr"/>
          <a:lstStyle xmlns:a="http://schemas.openxmlformats.org/drawingml/2006/main"/>
          <a:p xmlns:a="http://schemas.openxmlformats.org/drawingml/2006/main">
            <a:pPr algn="ctr">
              <a:defRPr sz="1500" b="1">
                <a:solidFill>
                  <a:srgbClr val="FFFFFF"/>
                </a:solidFill>
                <a:latin typeface="Calibri"/>
                <a:ea typeface="Calibri"/>
                <a:cs typeface="Calibri"/>
              </a:defRPr>
            </a:pPr>
            <a:r>
              <a:rPr sz="1500" b="1">
                <a:solidFill>
                  <a:srgbClr val="FFFFFF"/>
                </a:solidFill>
                <a:latin typeface="Calibri"/>
                <a:ea typeface="Calibri"/>
                <a:cs typeface="Calibri"/>
              </a:rPr>
              <a:t>Call the library first.</a:t>
            </a:r>
          </a:p>
          <a:p xmlns:a="http://schemas.openxmlformats.org/drawingml/2006/main">
            <a:pPr algn="ctr">
              <a:defRPr sz="1500" b="1">
                <a:solidFill>
                  <a:srgbClr val="FFFFFF"/>
                </a:solidFill>
                <a:latin typeface="Calibri"/>
                <a:ea typeface="Calibri"/>
                <a:cs typeface="Calibri"/>
              </a:defRPr>
            </a:pPr>
            <a:r>
              <a:rPr sz="1500" b="1">
                <a:solidFill>
                  <a:srgbClr val="FFFFFF"/>
                </a:solidFill>
                <a:latin typeface="Calibri"/>
                <a:ea typeface="Calibri"/>
                <a:cs typeface="Calibri"/>
              </a:rPr>
              <a:t>Write custom glue second.</a:t>
            </a:r>
          </a:p>
        </p:txBody>
      </p:sp>
      <p:sp>
        <p:nvSpPr>
          <p:cNvPr id="24" name="">
            <a:extLst xmlns:a="http://schemas.openxmlformats.org/drawingml/2006/main">
              <a:ext uri="{FF2B5EF4-FFF2-40B4-BE49-F238E27FC236}">
                <a16:creationId xmlns:a16="http://schemas.microsoft.com/office/drawing/2014/main" id="{DB890F48-8EF9-4837-938A-694FF3E53247}"/>
              </a:ext>
            </a:extLst>
          </p:cNvPr>
          <p:cNvSpPr>
            <a:spLocks xmlns:a="http://schemas.openxmlformats.org/drawingml/2006/main" noGrp="1"/>
          </p:cNvSpPr>
          <p:nvPr/>
        </p:nvSpPr>
        <p:spPr>
          <a:xfrm xmlns:a="http://schemas.openxmlformats.org/drawingml/2006/main">
            <a:off x="4191000" y="4857750"/>
            <a:ext cx="3810000" cy="1000125"/>
          </a:xfrm>
          <a:prstGeom xmlns:a="http://schemas.openxmlformats.org/drawingml/2006/main" prst="roundRect">
            <a:avLst>
              <a:gd name="adj" fmla="val 11429"/>
            </a:avLst>
          </a:prstGeom>
          <a:solidFill xmlns:a="http://schemas.openxmlformats.org/drawingml/2006/main">
            <a:srgbClr val="211A0D"/>
          </a:solidFill>
          <a:ln xmlns:a="http://schemas.openxmlformats.org/drawingml/2006/main" w="19050">
            <a:solidFill>
              <a:srgbClr val="E8A832"/>
            </a:solidFill>
            <a:prstDash val="solid"/>
          </a:ln>
        </p:spPr>
        <p:txBody>
          <a:bodyPr xmlns:a="http://schemas.openxmlformats.org/drawingml/2006/main" wrap="square" anchor="ctr"/>
          <a:lstStyle xmlns:a="http://schemas.openxmlformats.org/drawingml/2006/main"/>
          <a:p xmlns:a="http://schemas.openxmlformats.org/drawingml/2006/main">
            <a:pPr algn="ctr">
              <a:defRPr sz="1875" b="1">
                <a:solidFill>
                  <a:srgbClr val="E8A832"/>
                </a:solidFill>
                <a:latin typeface="Courier New"/>
                <a:ea typeface="Courier New"/>
                <a:cs typeface="Courier New"/>
              </a:defRPr>
            </a:pPr>
            <a:r>
              <a:rPr sz="1875" b="1">
                <a:solidFill>
                  <a:srgbClr val="E8A832"/>
                </a:solidFill>
                <a:latin typeface="Courier New"/>
                <a:ea typeface="Courier New"/>
                <a:cs typeface="Courier New"/>
              </a:rPr>
              <a:t>MEASURE</a:t>
            </a:r>
          </a:p>
          <a:p xmlns:a="http://schemas.openxmlformats.org/drawingml/2006/main">
            <a:pPr algn="ctr">
              <a:defRPr sz="1875" b="1">
                <a:solidFill>
                  <a:srgbClr val="E8A832"/>
                </a:solidFill>
                <a:latin typeface="Courier New"/>
                <a:ea typeface="Courier New"/>
                <a:cs typeface="Courier New"/>
              </a:defRPr>
            </a:pPr>
            <a:r>
              <a:rPr sz="1875" b="1">
                <a:solidFill>
                  <a:srgbClr val="E8A832"/>
                </a:solidFill>
                <a:latin typeface="Courier New"/>
                <a:ea typeface="Courier New"/>
                <a:cs typeface="Courier New"/>
              </a:rPr>
              <a:t>BEFORE YOU MOVE</a:t>
            </a:r>
          </a:p>
        </p:txBody>
      </p:sp>
      <p:sp>
        <p:nvSpPr>
          <p:cNvPr id="25" name="">
            <a:extLst xmlns:a="http://schemas.openxmlformats.org/drawingml/2006/main">
              <a:ext uri="{FF2B5EF4-FFF2-40B4-BE49-F238E27FC236}">
                <a16:creationId xmlns:a16="http://schemas.microsoft.com/office/drawing/2014/main" id="{3B26EF42-E914-480D-9FB0-564476C5CCDB}"/>
              </a:ext>
            </a:extLst>
          </p:cNvPr>
          <p:cNvSpPr>
            <a:spLocks xmlns:a="http://schemas.openxmlformats.org/drawingml/2006/main" noGrp="1"/>
          </p:cNvSpPr>
          <p:nvPr/>
        </p:nvSpPr>
        <p:spPr>
          <a:xfrm xmlns:a="http://schemas.openxmlformats.org/drawingml/2006/main">
            <a:off x="552450" y="6362700"/>
            <a:ext cx="11087100" cy="0"/>
          </a:xfrm>
          <a:prstGeom xmlns:a="http://schemas.openxmlformats.org/drawingml/2006/main" prst="line">
            <a:avLst/>
          </a:prstGeom>
          <a:noFill xmlns:a="http://schemas.openxmlformats.org/drawingml/2006/main"/>
          <a:ln xmlns:a="http://schemas.openxmlformats.org/drawingml/2006/main" w="9525">
            <a:solidFill>
              <a:srgbClr val="2A2A38"/>
            </a:solidFill>
            <a:prstDash val="solid"/>
          </a:ln>
        </p:spPr>
      </p:sp>
      <p:sp>
        <p:nvSpPr>
          <p:cNvPr id="26" name="">
            <a:extLst xmlns:a="http://schemas.openxmlformats.org/drawingml/2006/main">
              <a:ext uri="{FF2B5EF4-FFF2-40B4-BE49-F238E27FC236}">
                <a16:creationId xmlns:a16="http://schemas.microsoft.com/office/drawing/2014/main" id="{0E034E09-51EA-4919-A77D-7D2B96BD5EA0}"/>
              </a:ext>
            </a:extLst>
          </p:cNvPr>
          <p:cNvSpPr>
            <a:spLocks xmlns:a="http://schemas.openxmlformats.org/drawingml/2006/main" noGrp="1"/>
          </p:cNvSpPr>
          <p:nvPr/>
        </p:nvSpPr>
        <p:spPr>
          <a:xfrm xmlns:a="http://schemas.openxmlformats.org/drawingml/2006/main">
            <a:off x="552450" y="6419850"/>
            <a:ext cx="1108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p xmlns:a="http://schemas.openxmlformats.org/drawingml/2006/main">
            <a:pPr algn="l">
              <a:defRPr sz="1275" b="0" i="1">
                <a:solidFill>
                  <a:srgbClr val="E8A832"/>
                </a:solidFill>
                <a:latin typeface="Calibri"/>
                <a:ea typeface="Calibri"/>
                <a:cs typeface="Calibri"/>
              </a:defRPr>
            </a:pPr>
            <a:r>
              <a:rPr sz="1275" b="0" i="1">
                <a:solidFill>
                  <a:srgbClr val="E8A832"/>
                </a:solidFill>
                <a:latin typeface="Calibri"/>
                <a:ea typeface="Calibri"/>
                <a:cs typeface="Calibri"/>
              </a:rPr>
              <a:t>The history stops here. The porting conversation starts with better questions.</a:t>
            </a:r>
          </a:p>
        </p:txBody>
      </p:sp>
    </p:spTree>
    <p:extLst>
      <p:ext uri="{BB962C8B-B14F-4D97-AF65-F5344CB8AC3E}">
        <p14:creationId xmlns:p14="http://schemas.microsoft.com/office/powerpoint/2010/main" val="525865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2026-07-23T05:40:40.1640000Z</dcterms:created>
  <dcterms:modified xsi:type="dcterms:W3CDTF">2026-07-23T05:40:40.1640000Z</dcterms:modified>
</coreProperties>
</file>