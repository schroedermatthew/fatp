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GPU Offload Triage Procedure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OpenMP code with independent iterations,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parallel build phases, and small-matrix solvers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GPU migration.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393192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Shore Western Manufacturing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PATTERN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OpenMP + Expensive Build + Small Solver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loop dispatched through #pragma omp parallel for.  Iterations are independent — no state carried from iteration k to k+1.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iteration: an expensive, fully data-parallel build phase constructs a matrix.  This dominates runtime.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 barrier or lock ensures the build is complete.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 small-matrix Cholesky / triangular solve / dense linear algebra phase runs on the built matrix.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solver is small — below the single-problem GPU crossover.  One cuSOLVER call at this N is slower than MKL.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768096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per-iteration triage says "too small for GPU."  That conclusion is wrong if the iterations are independent.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 Code — Identify the Outer Loop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iteration structure?  OpenMP parallel for on the outer loop — iterations claimed independent.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iteration-to-iteration coupling?  Verify: does iteration k+1 read results written by iteration k?  If not, iterations are truly independent.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any called functions take a mutex?  Classify each lock — most are Category 5 phase gates between the parallel build and the serial solver.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diagnostic: remove every lock, run single-threaded.  Same answer?  Then the locks are thread-safety infrastructure, not algorithmic dependence.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977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finding at Step 0: iterations are independent.  This opens the batching path that the per-iteration analysis misses.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Classify Each Lock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768096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 1 — Accumulation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16002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reduction.  Replace with omp reduction or GPU atomic.  Lock disappears.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768096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 4 — Infrastructure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0" y="24231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Allocator, handle pool, logging.  Strip from analysis.  Not algorithmic.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200400"/>
            <a:ext cx="768096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 5 — Phase Gate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32461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build → barrier → solver.  Free on GPU: stream ordering = barrier.  This is your pattern.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4023360"/>
            <a:ext cx="768096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069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 2/3 — True Dependency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40690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mutable state or ordering constraint.  If present, iterations are NOT independent.  Resolve before proceeding.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pattern, the lock between build and solver is Category 5 — a phase gate that costs zero on GPU.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Profile One Iteration, Single-Threaded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00200"/>
            <a:ext cx="768096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91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Strip the outer OpenMP.  Remove every mutex.  Run the bare iteration body once, single-threaded, under a profiler.  That trace is the GPU migration unit.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cost split: how much time in the build phase vs the solver phase?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 phase is data-parallel — perfect GPU kernel candidate regardless of matrix size.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solver phase is small-N dense linear algebra — per-iteration, cuSOLVER is slower than MKL.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per-iteration analysis gives the correct phase classification but the wrong offload conclusion.  Proceed to Step 6.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Solver Loop Should Not Exist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solver implement a named operation?  Cholesky, triangular solve, LU, QR, SVD?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yes: replace the hand-written loop with a vendor library call.  On CPU, MKL dpotrf + dpotrs.  On GPU, cuSOLVER or cusolverDnDpotrfBatched.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comparison that matters: optimized CPU library vs optimized GPU library — not hand-written loop vs GPU.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small N, a single cuSOLVER call is slower than MKL.  But that is the per-iteration comparison.  With independent iterations, the relevant comparison is batched cuSOLVER vs threaded MKL.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977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profiler says "not offloadable" because the source loop is dependency-bound.  The engineering decision is to replace the operation, not offload the loop.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Classify Each Phase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08760"/>
            <a:ext cx="7680960" cy="5943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544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Matrix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8105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Data-parallel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554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element independent.  N² or bufLen entries computed in parallel.  Natural GPU kernel.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167128"/>
            <a:ext cx="7680960" cy="5943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2128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Barrier / Lock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4688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gate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221284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build is complete before solver reads.  Free on GPU — stream ordering.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2825496"/>
            <a:ext cx="7680960" cy="5943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8712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Cholesky Factor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1272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library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287121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as written.  Replaced by dpotrf / cusolverDnDpotrf.  Small N per call.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3483864"/>
            <a:ext cx="7680960" cy="5943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5295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Triangular Solve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7856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library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35295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as written.  Replaced by dpotrs / cublasDtrsm.  Small N per call.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4142232"/>
            <a:ext cx="7680960" cy="5943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1879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Update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44439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Data-parallel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0" y="418795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Element-wise feedback into buffer.  Natural GPU kernel.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TRAP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Per-Iteration Analysis Gives the Wrong Answer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per-iteration triage says: build phase is a good kernel, but the solver is too small.  cuSOLVER at this N loses to MKL.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per-iteration crossover says: CPU wins below N ≈ 400–512.  Your matrix is below crossover.  Do not offload.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conclusion is correct for a serial recurrence — where you are stuck running one small Cholesky at a time.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your outer loop iterations are independent.  You are not stuck with one small problem.  You have thousands of small problems.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7680960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9319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replay does not fix this.  Replaying one slow kernel 50,000 times via a CUDA graph means you lose 50,000 times with slightly less launch overhead per loss.  The graph optimizes the wrong thing.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KEY INSIGHT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Batch Across Iterations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7680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one 224×224 Cholesky per stream submission, batch all K independent Choleskys into a single operation.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cusolverDnDpotrfBatched — factor K matrices simultaneously.  Every SM has work.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cublasDtrsmBatched — solve K independent triangular systems in one call.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buildMatrix becomes one kernel across all K matrices — each GPU thread computes one element of one matrix.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updateState becomes one kernel across all K state vectors.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768096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886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N=224, one dpotrf gives the GPU ~3.7 MFLOP — far too little.  But 50,000 batched dpotrf calls give the GPU ~185 GFLOP of independent work.  That fills the device.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BATCHED EXECUTION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GPU Model — K Iterations Batched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1508760"/>
            <a:ext cx="54864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5960" y="152704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Kernel: buildMatrix × 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65960" y="176479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K·N² threads — all matrices built in one launch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965960"/>
            <a:ext cx="0" cy="18288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828800" y="2148840"/>
            <a:ext cx="54864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21671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cusolverDnDpotrfBatched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65960" y="240487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independent factorizations — every SM has work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2606040"/>
            <a:ext cx="0" cy="18288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828800" y="2788920"/>
            <a:ext cx="54864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280720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cublasDtrsmBatched ×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65960" y="304495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independent forward + backward solves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3246120"/>
            <a:ext cx="0" cy="18288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828800" y="3429000"/>
            <a:ext cx="54864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65960" y="344728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Kernel: updateState × 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965960" y="3685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state vectors updated in one launch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11480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launches total for K iterations.  All K matrices stay in device memory.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34340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per-iteration graph replay = 4K launches for K iterations.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4617720"/>
            <a:ext cx="7680960" cy="5943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663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 changes the GPU from "one small problem on 80 SMs" to "K small problems distributed across 80 SMs."  K = 50,000 fills the device at any N.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Crossover Shifts with Batching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54480"/>
          <a:ext cx="7680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219456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Outer Loop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Per-Iteration 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GPU Strategy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Outcome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Serial recurrence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Small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Graph one iteration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CPU wins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Serial recurrence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Large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Graph one iteration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GPU wins above crossover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Independent iterations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Small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Batch across iterations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GPU wins if batch fills device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Independent iterations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Large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Single iteration saturates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GPU wins easily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3383280"/>
            <a:ext cx="768096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3520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3 is the case most often missed.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per-iteration triage says "too small for GPU."  The batch triage says "50,000 small problems is not a small problem."  The deciding factor is not per-iteration arithmetic density — it is total batch arithmetic density.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CPU Baselines to Beat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production code has OpenMP + locks, there are three baselines — not one: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2423160" cy="1554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03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Lock-contested OpenMP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5603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code as-is.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Artificially slow — threads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 locks, not computing.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55848" y="2011680"/>
            <a:ext cx="2423160" cy="1554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2103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13048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Single-threaded, no locks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93008" y="25603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serial cost per iteration.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one GPU stream must beat.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80176" y="2011680"/>
            <a:ext cx="2423160" cy="1554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71616" y="2103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37376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 with locks fixed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17336" y="25603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fair fight.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real CPU baseline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batched GPU must beat.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840480"/>
            <a:ext cx="768096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886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the batched GPU against baseline 1 overstates the GPU win.  Comparing against baseline 3 is the fair fight.  Often, fixing the mutex pattern on CPU alone is the bigger speedup.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Orchestration: Batch First, Graph Second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independent iterations, the orchestration priority inverts.  Batching is the first-order optimization, not graphs.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the build kernels: one launch builds all K matrices.  Batch the factorizations: one cusolverDnDpotrfBatched call.  Batch the solves.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capture can then wrap the batched sequence: four launches total captured into one graph.  Graph replay adds incremental value on top of the batched execution.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 replaying unbatched iterations is 4K launches.  A graph replaying batched iterations is 4 launches.  Batch first.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K matrices × N² × 8 bytes must fit in device memory.  At K=50,000 and N=224, that is ~19 GB.  If it does not fit, batch in chunks.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7680960" cy="5943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160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quality first.  Batching second.  Graph capture third.  Launch count last.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Profile the GPU Side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768096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276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Nsight Systems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launches, gaps, sync, overlap, stream activity, graph replay.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orchestration the problem?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926080"/>
            <a:ext cx="768096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9992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Nsight Compute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33375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Per-kernel: occupancy, memory throughput, arithmetic throughput, stalls, warp divergence.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7490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kernel the problem?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4348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slow batched GPU result is not a conclusion.  The profiler tells you where the time is going — feed back into the batch sizing and kernel design.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Decision Ladder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6809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188720"/>
            <a:ext cx="502920" cy="38404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887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17320" y="1188720"/>
            <a:ext cx="6995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code.  Verify iterations are independent.  Classify every lock.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502920" cy="38404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459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1645920"/>
            <a:ext cx="6995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OpenMP + locks.  Profile one iteration single-threaded.  Measure build vs solver split.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103120"/>
            <a:ext cx="502920" cy="38404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1031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103120"/>
            <a:ext cx="6995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solver with a vendor library call.  MKL on CPU, cuSOLVER on GPU.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2560320"/>
            <a:ext cx="502920" cy="38404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5603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2560320"/>
            <a:ext cx="6995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Classify: build = data-parallel kernel.  Barrier = free.  Solver = vendor library.  Update = data-parallel kernel.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3017520"/>
            <a:ext cx="502920" cy="38404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0175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3017520"/>
            <a:ext cx="6995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Per-iteration crossover says CPU wins at small N.  But iterations are independent — proceed to batching.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3474720"/>
            <a:ext cx="502920" cy="38404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4747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17320" y="3474720"/>
            <a:ext cx="6995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across iterations.  cusolverDnDpotrfBatched, cublasDtrsmBatched, fused kernels.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" y="3931920"/>
            <a:ext cx="502920" cy="38404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9319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17320" y="3931920"/>
            <a:ext cx="6995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capture the batched sequence.  Four launches total, not 4K.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31520" y="4389120"/>
            <a:ext cx="502920" cy="38404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3891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17320" y="4389120"/>
            <a:ext cx="6995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the GPU side.  Nsight Systems for orchestration, Nsight Compute for kernels.  Feed back.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1520" y="4892040"/>
            <a:ext cx="76809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91440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Replace operations, not loops.</a:t>
            </a:r>
            <a:endParaRPr lang="en-US" sz="2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Classify every lock before assuming parallelism.</a:t>
            </a:r>
            <a:endParaRPr lang="en-US" sz="2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vendor libraries for the math.</a:t>
            </a:r>
            <a:endParaRPr lang="en-US" sz="2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Batch independent iterations — do not graph them one at a time.</a:t>
            </a:r>
            <a:endParaRPr lang="en-US" sz="2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 the crossover against the optimized CPU.</a:t>
            </a:r>
            <a:endParaRPr lang="en-US" sz="2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50,000 small problems is not a small problem.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438912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GPU Offload Triage Procedure</dc:title>
  <dc:subject>PptxGenJS Presentation</dc:subject>
  <dc:creator>Souldog</dc:creator>
  <cp:lastModifiedBy>Souldog</cp:lastModifiedBy>
  <cp:revision>1</cp:revision>
  <dcterms:created xsi:type="dcterms:W3CDTF">2026-05-27T15:19:32Z</dcterms:created>
  <dcterms:modified xsi:type="dcterms:W3CDTF">2026-05-27T15:19:32Z</dcterms:modified>
</cp:coreProperties>
</file>