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StructRef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Const-Propagating CRTP View Class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Decisions · Gaps · Use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ulib::StructRef&lt;Derived, T&gt;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 ·  Header-only  ·  Zero overhead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T* Does Not Propagate const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store a raw pointer inside a wrapper class, declaring the wrapper const does not make the pointee const.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sees no mutation of mPtr itself — so it accepts the code silently, even though the underlying data is being changed through a supposedly const object.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4023360" cy="777240"/>
          </a:xfrm>
          <a:prstGeom prst="rect">
            <a:avLst/>
          </a:prstGeom>
          <a:solidFill>
            <a:srgbClr val="FDECE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⚠  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</a:rPr>
              <a:t>const SensorRef  does NOT mean  </a:t>
            </a:r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daq_sensor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251960" cy="35661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941832"/>
            <a:ext cx="405079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 The naive approach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daq_sensor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mPtr;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 method — but can still mutate!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badMethod() 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mPtr-&gt;flags |= FAULT;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compiler: fine 👍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reality:  mutated! 👎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 cref(&amp;sensor);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cref.badMethod();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compiles. mutates.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const-Propagating deref() Overload Pair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StructRef stores the pointer once. All access goes through deref(), which dispatches on the const-ness of *this — not the pointer.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06908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Non-const *this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069080" cy="960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47672"/>
            <a:ext cx="3867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deref()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noexcept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return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*mPtr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gets T&amp; — can mutate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60520" cy="1417320"/>
          </a:xfrm>
          <a:prstGeom prst="rect">
            <a:avLst/>
          </a:prstGeom>
          <a:solidFill>
            <a:srgbClr val="EDF7F1"/>
          </a:solidFill>
          <a:ln w="12700">
            <a:solidFill>
              <a:srgbClr val="2AAE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A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*this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160520" cy="960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947672"/>
            <a:ext cx="39593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deref() 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noexcept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return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*mPtr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gets const T&amp; — compile error on write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itself never changes type. The overload selection happens at the deref() call site, at compile time. No runtime cost, no UB, enforced structurally.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370832"/>
            <a:ext cx="8302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markFault()          { deref().flags |= FAULT; }  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non-const only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engValue() 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return deref().eng_value; } 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both, returns double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CRTP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Derived Phantom Parameter?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SensorRef and ActuatorRef might wrap the same daq_sensor*. Without CRTP, they'd be the same type — silently interchangeable.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283464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CRTP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856232"/>
            <a:ext cx="2834640" cy="16459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92938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StructRef&lt;daq_sensor&gt;  SensorRef;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StructRef&lt;daq_sensor&gt;  ActuatorRef;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type — compiles silently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 s = ActuatorRef(&amp;act);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508760"/>
            <a:ext cx="2834640" cy="347472"/>
          </a:xfrm>
          <a:prstGeom prst="rect">
            <a:avLst/>
          </a:prstGeom>
          <a:solidFill>
            <a:srgbClr val="2AAE6A"/>
          </a:solidFill>
          <a:ln w="12700">
            <a:solidFill>
              <a:srgbClr val="2AAE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CRTP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72968" y="1856232"/>
            <a:ext cx="2834640" cy="16459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92938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daq_sensor&gt;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ActuatorRef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daq_sensor&gt;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distinct types — compile error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 s = ActuatorRef(&amp;act);</a:t>
            </a:r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508760"/>
            <a:ext cx="2834640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Prevents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1856232"/>
            <a:ext cx="2834640" cy="16459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92938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Cross-type operator==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 a; ActuatorRef b;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 == b) ...  </a:t>
            </a:r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Implicit conversion in fn args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process(SensorRef);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process(actuatorRef);  </a:t>
            </a:r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50392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Opting out:  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type distinctness isn't needed, drop the Derived parameter entirely and use </a:t>
            </a:r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StructRef&lt;T&gt;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Identical semantics, one fewer template argument, but all refs wrapping the same T become the same type.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07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Derived parameter costs nothing at runtime. It is erased by the type system.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 Firewall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SensorRef can be used without ever seeing daqsys.h — keeping DAQ internals out of every translation unit that just needs to read or snapshot a sensor.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508760"/>
            <a:ext cx="2834640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sensor_ref.hpp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7099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include daqsys.h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" y="1856232"/>
            <a:ext cx="2834640" cy="2103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9384"/>
            <a:ext cx="263347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daq_sensor;  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fwd only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public StructRef&lt;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daq_sensor&gt;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Base::Base;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engValue() const;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  markFault();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508760"/>
            <a:ext cx="28346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sensor_ref.cpp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73552" y="17099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both headers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82112" y="1856232"/>
            <a:ext cx="2834640" cy="2103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29384"/>
            <a:ext cx="263347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9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"sensor_ref.hpp"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9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"daqsys.h"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SensorRef::engValue()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noexcept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deref().eng_value;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SensorRef::markFault()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deref().flags |= FAULT;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9632" y="1508760"/>
            <a:ext cx="2834640" cy="347472"/>
          </a:xfrm>
          <a:prstGeom prst="rect">
            <a:avLst/>
          </a:prstGeom>
          <a:solidFill>
            <a:srgbClr val="2AAE6A"/>
          </a:solidFill>
          <a:ln w="12700">
            <a:solidFill>
              <a:srgbClr val="2AAE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consumer.cpp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17099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daqsys.h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99632" y="1856232"/>
            <a:ext cx="2834640" cy="2103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929384"/>
            <a:ext cx="263347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9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"sensor_ref.hpp"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daqsys.h needed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process(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 ref)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(!ref.valid())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 v = ref.engValue();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 snap = ref.snapshot();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ref.markFault(); ← error!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850392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TUs that consume SensorRef pay zero include cost for DAQ headers. Build times, IntelliSense noise, and header coupling all drop. Only one .cpp ever sees the C struct.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NULL-REF PATTERN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Nullable Factory Returns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StructRef(nullptr) produces an invalid ref. valid() / operator bool() guard access. deref() asserts in debug builds — no silent 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206240" cy="20574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81912"/>
            <a:ext cx="400507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Factory — returns null ref on miss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[[nodiscard]]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idx)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(idx &lt; 0 || idx &gt;= n)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(nullptr);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(&amp;sensors[idx]);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must check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(auto ref = reg.find(42))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process(ref);        // safe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else: silently skipped — no crash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205740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std::optional&lt;SensorRef&gt;?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90195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8836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optional&lt;SensorRef&gt; is two words — a bool + the ref — while a null StructRef is a single pointer. Zero extra size.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40487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386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refs compose naturally in flat containers: vector&lt;SensorRef&gt; can hold gaps without wrapping every element.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90779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8895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null-ref pattern mirrors how C APIs signal 'not found' — keeping the interop layer thin.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850392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13048"/>
            <a:ext cx="8138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guard:  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deref() on a null ref fires </a:t>
            </a:r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assert(mPtr)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crashes loudly in debug, stripped in release. Callers are required to check </a:t>
            </a:r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valid()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first; if they don't, they get an immediate, diagnosable failure instead of silent data corruption.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544568"/>
            <a:ext cx="8503920" cy="4572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4617720"/>
            <a:ext cx="8302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 a = reg.find(0),  b = reg.find(0),  c = reg.find(1);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assert(a == b);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same object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assert(a != c);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different objects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C++20 CONCEPTS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StructRefLike &amp; Snapshotable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concepts let generic algorithms operate over any ref type without knowing the concrete type or the underlying C struct.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39593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StructRefLike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cv)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cv.valid() } noexcept -&gt;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same_as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&lt;bool&gt;;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bool(cv) } 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cv.raw()  }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is_pointer_v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&lt;decltype(cv.raw())&gt;;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60520" cy="14173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490472"/>
            <a:ext cx="39593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Snapshotable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StructRefLike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&lt;V&gt; &amp;&amp;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cv)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cv.snapshot();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!is_reference_v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&lt;decltype(cv.snapshot())&gt;;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160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900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noexcept </a:t>
            </a:r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valid() and raw() is part of the contract — not just a suggestion. Generic code can propagate it into its own noexcept specifications.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160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9900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!is_reference_v&lt;snapshot()&gt;  </a:t>
            </a:r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forbids returning a reference — enforcing the cross-thread safety contract at the call site.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93592"/>
            <a:ext cx="8503920" cy="13716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666744"/>
            <a:ext cx="83027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Works with SensorRef today. Works with ActuatorRef, ValveRef tomorrow.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StructRefLike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logRef(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V&amp; ref)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(!ref) { puts(</a:t>
            </a:r>
            <a:pPr indent="0" marL="0">
              <a:buNone/>
            </a:pPr>
            <a:r>
              <a:rPr lang="en-US" sz="9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"[null]"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return;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</a:t>
            </a:r>
            <a:pPr indent="0" marL="0">
              <a:buNone/>
            </a:pPr>
            <a:r>
              <a:rPr lang="en-US" sz="95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 @ %p\n"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ref.raw());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Snapshotable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collect(span&lt;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V&gt; refs) {  </a:t>
            </a:r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returns vector of snapshot types */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USE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DAQ Sensor View — Servo-Hydraulic Test Rig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24231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87552"/>
            <a:ext cx="395935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public ulib::StructRef&lt;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daq_sensor&gt;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reads — const and non-const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string_view name()     const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  engValue()   const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     isFaulted()  const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     inRange()    const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writes — non-const only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applyScale(double s, double o)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setFault()  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clearFault()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snapshot — safe cross-thread copy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SensorSnapshot snapshot() const;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24231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987552"/>
            <a:ext cx="395935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Mutable ref — reads + writes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SensorRef ch0 = reg.find(0);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ch0.applyScale(0.00488, -1.0);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ch0.setFault();  ch0.clearFault();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ref — reads only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SensorRef cref = reg.find(0);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cref.engValue();    // OK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cref.setFault();    // </a:t>
            </a:r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compile error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Snapshot for logging / queuing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snap = cref.snapshot();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 destroyed — snap still valid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Identity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assert(ch0 == reg.find(0));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493008"/>
            <a:ext cx="27889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566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Const safety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389534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software passes const SensorRef to read-only paths. Accidental writes are caught at compile time, not at test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3493008"/>
            <a:ext cx="27889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3566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Zero allocation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4136" y="389534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SensorRef is one pointer. Arrays of refs sit in cache lines. No heap, no vtable, no RTTI.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3493008"/>
            <a:ext cx="27889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5661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Safe snapshots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389534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thread receives SensorSnapshot by value. The DAQ buffer can be reused immediately after snapshot() returns.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DESIGN GAPS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 &amp; What to Fix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14400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8229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87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70432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deref() missing noexcept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 does not throw. *mPtr on a live pointer does not throw. Without noexcept, derived methods cannot propagate it, and the compiler cannot reason about them in noexcept contexts.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792224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T&amp; deref() noexcept { assert(mPtr); return *mPtr; 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" y="2267712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40864"/>
            <a:ext cx="82296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raw() non-const opens back door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61518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raw() is correctly const-propagating for external callers. But a derived class author can call this-&gt;raw() inside a const method and receive a mutable T* — the exact problem deref() was built to prevent.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45536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1638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doc comment explicitly warning: raw() is a C interop escape hatch. Never call it in derived class methods; use deref() instead.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3621024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436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694176"/>
            <a:ext cx="822960" cy="219456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941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70432" y="3694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std::hash specialisation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968496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 is defined and pointer-based. SensorRef is a natural key for unordered_map / unordered_set. Without a hash specialisation, the compiler rejects this use with a deeply unhelpful error.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498848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template&lt;&gt; struct std::hash&lt;SensorRef&gt; { size_t operator()(const SensorRef&amp; r) const noexcept { return hash&lt;const T*&gt;{}(r.raw()); } };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987552"/>
            <a:ext cx="82296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987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0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[[nodiscard]] on nullable factories undocumented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1261872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null-ref pattern is documented, but the header says nothing about marking factory functions [[nodiscard]]. A caller who discards a nullable return silently skips the valid() check.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792224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the Usage section: all factory functions returning potentially-null refs must be individually annotated [[nodiscard]].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267712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40864"/>
            <a:ext cx="822960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0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requirement is implicit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261518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&lt;concepts&gt; include and concept definitions make C++20 a hard requirement. A developer compiling under C++17 gets a cascade of cryptic template errors rather than a clear diagnostic.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145536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1638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static_assert(__cplusplus &gt;= 202002L, "StructRef.h requires C++20");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554480" cy="1097280"/>
          </a:xfrm>
          <a:prstGeom prst="rect">
            <a:avLst/>
          </a:prstGeom>
          <a:solidFill>
            <a:srgbClr val="4361E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320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A−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Const propagation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deref() overload pair is the correct structural 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CRTP phantom type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cross-type aliasing at zero runtime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friend operator==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ADL-visible, noexcept, pointer-identity semantics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381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Concepts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StructRefLike &amp; Snapshotable enable clean generic algorithms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0965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firewall and null-ref patterns fully explained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deref() noexcept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mechanical gap — trivial 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raw() back door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hazard for derived class authors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7797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std::hash missing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Foreseeable use case, one specialisation needed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381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nodiscard policy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must be documented, not assumed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0965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C++20 implicit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static_assert needed for clear diagnostics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ulib::StructRef — production-worthy, zero overhead, C++20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StructRef — Const-Propagating CRTP View Class</dc:title>
  <dc:subject>PptxGenJS Presentation</dc:subject>
  <dc:creator>PptxGenJS</dc:creator>
  <cp:lastModifiedBy>PptxGenJS</cp:lastModifiedBy>
  <cp:revision>1</cp:revision>
  <dcterms:created xsi:type="dcterms:W3CDTF">2026-03-05T07:58:48Z</dcterms:created>
  <dcterms:modified xsi:type="dcterms:W3CDTF">2026-03-05T07:58:48Z</dcterms:modified>
</cp:coreProperties>
</file>