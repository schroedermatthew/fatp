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069080"/>
            <a:ext cx="9144000" cy="1074420"/>
          </a:xfrm>
          <a:prstGeom prst="rect">
            <a:avLst/>
          </a:prstGeom>
          <a:solidFill>
            <a:srgbClr val="1F2D5A"/>
          </a:solidFill>
          <a:ln w="12700">
            <a:solidFill>
              <a:srgbClr val="1F2D5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457200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NDArray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685800" y="14813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Rank-Templated Owning N-Dimensional Array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20299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89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· constexpr if branching · Fixes applied · Library placement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85800" y="2633472"/>
            <a:ext cx="1554480" cy="274320"/>
          </a:xfrm>
          <a:prstGeom prst="rect">
            <a:avLst/>
          </a:prstGeom>
          <a:solidFill>
            <a:srgbClr val="1F2D5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31720" y="2633472"/>
            <a:ext cx="1554480" cy="274320"/>
          </a:xfrm>
          <a:prstGeom prst="rect">
            <a:avLst/>
          </a:prstGeom>
          <a:solidFill>
            <a:srgbClr val="1F2D5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3172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extents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977640" y="2633472"/>
            <a:ext cx="1554480" cy="274320"/>
          </a:xfrm>
          <a:prstGeom prst="rect">
            <a:avLst/>
          </a:prstGeom>
          <a:solidFill>
            <a:srgbClr val="1F2D5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97764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compile-time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623560" y="2633472"/>
            <a:ext cx="1554480" cy="274320"/>
          </a:xfrm>
          <a:prstGeom prst="rect">
            <a:avLst/>
          </a:prstGeom>
          <a:solidFill>
            <a:srgbClr val="1F2D5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constexpr fast paths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269480" y="2633472"/>
            <a:ext cx="1554480" cy="274320"/>
          </a:xfrm>
          <a:prstGeom prst="rect">
            <a:avLst/>
          </a:prstGeom>
          <a:solidFill>
            <a:srgbClr val="1F2D5A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69480" y="263347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concepts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5800" y="41605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T, std::size_t Rank&gt;  class NDArray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C++20  ·  Header-only  ·  std::vector storage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DESIGN POINT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Rank Compile-Time, Extents Runtime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CArrayView encodes everything — rank and shape — at compile time. NDArray fixes only the rank, leaving extents to runtime. This is the right split for a container: you rarely know the shape of a matrix until you read a file or query a sensor.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627632"/>
            <a:ext cx="2834640" cy="3291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pointer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" y="1956816"/>
            <a:ext cx="2834640" cy="1417320"/>
          </a:xfrm>
          <a:prstGeom prst="rect">
            <a:avLst/>
          </a:prstGeom>
          <a:solidFill>
            <a:srgbClr val="FDECEA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7472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lost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7472" y="2350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Const: not propagated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7472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none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7472" y="2990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unknown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72968" y="1627632"/>
            <a:ext cx="2834640" cy="329184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CArrayView&lt;T,R,Dims...&gt;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72968" y="1956816"/>
            <a:ext cx="2834640" cy="1417320"/>
          </a:xfrm>
          <a:prstGeom prst="rect">
            <a:avLst/>
          </a:prstGeom>
          <a:solidFill>
            <a:srgbClr val="E8F5FE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37560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compile-time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37560" y="2350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Const: propagated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37560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debug assert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2990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compile-time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1627632"/>
            <a:ext cx="2834640" cy="329184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54496" y="16459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NDArray&lt;T, Rank&gt;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63056" y="1956816"/>
            <a:ext cx="2834640" cy="1417320"/>
          </a:xfrm>
          <a:prstGeom prst="rect">
            <a:avLst/>
          </a:prstGeom>
          <a:solidFill>
            <a:srgbClr val="FFF3E0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029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Shape: runtime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27648" y="23500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Const: T propagated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27648" y="26700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Bounds: assert / throw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27648" y="29900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Rank: compile-time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3547872"/>
            <a:ext cx="8503920" cy="256032"/>
          </a:xfrm>
          <a:prstGeom prst="rect">
            <a:avLst/>
          </a:prstGeom>
          <a:solidFill>
            <a:srgbClr val="1F2D5A"/>
          </a:solidFill>
          <a:ln w="12700">
            <a:solidFill>
              <a:srgbClr val="1F2D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84448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fixing Rank at compile time buys: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3803904"/>
            <a:ext cx="8503920" cy="1152144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" y="3877056"/>
            <a:ext cx="83027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static_assert(sizeof...(Idx) == Rank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count checked at compile time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std::array&lt;size_type, Rank&gt; strides_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fixed-size array, no heap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constexpr (Rank == 2) { ...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dead branches compiled away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NDArray&lt;T,3&gt; a; NDArray&lt;T,2&gt; b;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b;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❌ different types — compile error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CONSTRUCTION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Stride Computation at Construction Time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 are computed once in the constructor using a backward pass over the extents. The signed loop variable is load-bearing — see the comment in the fixed header.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251960" cy="192024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17904"/>
            <a:ext cx="4050792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explicit NDArray(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array&lt;size_type,Rank&gt; extents,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 fill = T{}) : extents_(extents)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strides_[Rank-1] = 1;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 (</a:t>
            </a:r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= (int)Rank-2; i &gt;= 0; --i)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strides_[i] = strides_[i+1]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* extents_[i+1];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data_.assign(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strides_[0]*extents_[0], fill);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754880" y="14447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Trace:  NDArray&lt;int,3&gt;({3, 4, 5})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764792"/>
            <a:ext cx="502920" cy="34747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7830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285232" y="1764792"/>
            <a:ext cx="3547872" cy="347472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819656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strides_[2] = 1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2240280"/>
            <a:ext cx="50292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22585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i=1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285232" y="2240280"/>
            <a:ext cx="3547872" cy="347472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94960" y="2295144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strides_[1] = strides_[2] × extents_[2] = 1 × 5 = 5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754880" y="2715768"/>
            <a:ext cx="502920" cy="34747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27340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i=0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285232" y="2715768"/>
            <a:ext cx="3547872" cy="347472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770632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strides_[0] = strides_[1] × extents_[1] = 5 × 4 = 20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3191256"/>
            <a:ext cx="502920" cy="34747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09544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285232" y="3191256"/>
            <a:ext cx="3547872" cy="347472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3246120"/>
            <a:ext cx="3401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DC65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data_.assign(strides_[0] × extents_[0]) = 20 × 3 = 60 ints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675888"/>
            <a:ext cx="4078224" cy="256032"/>
          </a:xfrm>
          <a:prstGeom prst="rect">
            <a:avLst/>
          </a:prstGeom>
          <a:solidFill>
            <a:srgbClr val="1F2D5A"/>
          </a:solidFill>
          <a:ln w="12700">
            <a:solidFill>
              <a:srgbClr val="1F2D5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3703320"/>
            <a:ext cx="3913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0F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Result: strides_ = {20, 5, 1}    extents_ = {3, 4, 5}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20040" y="3456432"/>
            <a:ext cx="4251960" cy="1508760"/>
          </a:xfrm>
          <a:prstGeom prst="rect">
            <a:avLst/>
          </a:prstGeom>
          <a:solidFill>
            <a:srgbClr val="FFF8E1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529584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Why int, not size_type?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3822192"/>
            <a:ext cx="3977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size_type is unsigned. The loop counts down to -1 as a termination sentinel. With size_type, i &gt;= 0 is always true (unsigned wrap-around), producing an infinite loop. The cast to int is intentional — documented in the fixed header.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CONSTEXPR IF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constexpr — Compile-Time Branch Elimination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evaluates its condition at compile time and discards the non-taken branch entirely — the dead code is not compiled, not type-checked for the current instantiation, and generates zero instructions.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416052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544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 if — runtime branch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4160520" cy="169164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83664"/>
            <a:ext cx="3959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size_type linear_index(...)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(Rank == 1) {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evaluated at runtime!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(Rank == 2)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idx[1]*strides_[1];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Rank==1 branch still compiled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for all instantiations!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36192"/>
            <a:ext cx="4160520" cy="2743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constexpr — compile-time elimination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810512"/>
            <a:ext cx="4160520" cy="169164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883664"/>
            <a:ext cx="3959352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size_type linear_index(...)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constexpr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(Rank == 1) {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// compile-time!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idx[0]*strides_[0];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constexpr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(Rank == 2)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idx[1]*strides_[1];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dead branches: gone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zero runtime overhead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639312"/>
            <a:ext cx="8503920" cy="1325880"/>
          </a:xfrm>
          <a:prstGeom prst="rect">
            <a:avLst/>
          </a:prstGeom>
          <a:solidFill>
            <a:srgbClr val="EEF2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7124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guarantees of if constexpr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4041648"/>
            <a:ext cx="256032" cy="256032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" y="40416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 branch discarded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non-taken branch is not instantiated. Template errors inside it do not fire.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91840" y="4041648"/>
            <a:ext cx="256032" cy="25603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9184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11880" y="40416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must be constant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1188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is a non-type template parameter — a compile-time constant. The condition is always evaluable at compile time.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26480" y="4041648"/>
            <a:ext cx="256032" cy="256032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26480" y="4041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404164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runtime cost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46520" y="4315968"/>
            <a:ext cx="2423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compiler sees exactly one case. No branch predictor involvement, no compare instruction, no dead code in the binary.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CONSTEXPR IF — LINEAR INDEX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Branches — What Each Rank Gets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NDArray&lt;int,3&gt;({3,4,5}) the compiler selects exactly branch 3. Branches 1, 2, 4, and the fallback loop are not compiled at all for this instantiation.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" y="1389888"/>
            <a:ext cx="4663440" cy="356616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63040"/>
            <a:ext cx="4462272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size_type linear_index(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array&lt;size_type,Rank&gt;&amp; idx)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noexcept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constexpr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(Rank == 1)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 * strides_[0];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constexpr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(Rank == 2)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idx[1]*strides_[1];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constexpr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(Rank == 3)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idx[1]*strides_[1]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idx[2]*strides_[2];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if constexpr 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(Rank == 4)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idx[1]*strides_[1]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idx[2]*strides_[2]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+ idx[3]*strides_[3];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else 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size_type off = 0;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(size_type i=0; i&lt;Rank; ++i)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off += idx[i]*strides_[i];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off;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10912" y="1389888"/>
            <a:ext cx="3931920" cy="621792"/>
          </a:xfrm>
          <a:prstGeom prst="rect">
            <a:avLst/>
          </a:prstGeom>
          <a:solidFill>
            <a:srgbClr val="F5F6FA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10912" y="1389888"/>
            <a:ext cx="713232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10912" y="1453896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788152" y="1426464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multiply + return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88152" y="1719072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strides_[0]==1 always → compiler may reduce to mov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10912" y="2084832"/>
            <a:ext cx="3931920" cy="621792"/>
          </a:xfrm>
          <a:prstGeom prst="rect">
            <a:avLst/>
          </a:prstGeom>
          <a:solidFill>
            <a:srgbClr val="F5F6FA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10912" y="2084832"/>
            <a:ext cx="713232" cy="6217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10912" y="2148840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2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788152" y="2121408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mul + 1 add + return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788152" y="2414016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strides_[1]==1, so last mul becomes no-op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10912" y="2779776"/>
            <a:ext cx="3931920" cy="621792"/>
          </a:xfrm>
          <a:prstGeom prst="rect">
            <a:avLst/>
          </a:prstGeom>
          <a:solidFill>
            <a:srgbClr val="FFF3E0"/>
          </a:solidFill>
          <a:ln w="25400">
            <a:solidFill>
              <a:srgbClr val="E85D0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10912" y="2779776"/>
            <a:ext cx="713232" cy="62179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10912" y="2843784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3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88152" y="2816352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mul + 2 add + return  ← THIS instantiation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788152" y="3108960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NDArray&lt;int,3&gt;: exactly this branch compiled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010912" y="3474720"/>
            <a:ext cx="3931920" cy="621792"/>
          </a:xfrm>
          <a:prstGeom prst="rect">
            <a:avLst/>
          </a:prstGeom>
          <a:solidFill>
            <a:srgbClr val="F5F6FA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10912" y="3474720"/>
            <a:ext cx="713232" cy="6217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10912" y="3538728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788152" y="3511296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mul + 3 add + return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788152" y="3803904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Entirely absent from Rank 3 binary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010912" y="4169664"/>
            <a:ext cx="3931920" cy="621792"/>
          </a:xfrm>
          <a:prstGeom prst="rect">
            <a:avLst/>
          </a:prstGeom>
          <a:solidFill>
            <a:srgbClr val="F5F6FA"/>
          </a:solidFill>
          <a:ln w="12700">
            <a:solidFill>
              <a:srgbClr val="D0D5E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010912" y="4169664"/>
            <a:ext cx="713232" cy="62179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10912" y="423367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5+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788152" y="4206240"/>
            <a:ext cx="3090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1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Loop: Rank mul + (Rank-1) add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88152" y="4498848"/>
            <a:ext cx="30906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case; only compiled for Rank ≥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THE STRIDE BUG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Bug: Dropping strides_[Rank-1] From Fast Paths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rank-2 fast path wrote idx[1] without multiplying by strides_[1]. Numerically harmless today because strides_[Rank-1] == 1 in row-major layout — but a latent bug waiting for any stride change.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508760"/>
            <a:ext cx="416052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5270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— Original (Buggy)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83080"/>
            <a:ext cx="4160520" cy="182880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" y="1856232"/>
            <a:ext cx="39593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2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idx[0]*strides_[0] + </a:t>
            </a:r>
            <a:pPr indent="0" marL="0">
              <a:buNone/>
            </a:pPr>
            <a:r>
              <a:rPr lang="en-US" sz="9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idx[1]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       ^^^^^^^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        MISSING * strides_[1]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3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idx[1]*strides_[1]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</a:t>
            </a:r>
            <a:pPr indent="0" marL="0">
              <a:buNone/>
            </a:pPr>
            <a:r>
              <a:rPr lang="en-US" sz="950" b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idx[2]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^^^^^^ missing * strides_[2]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4160520" cy="274320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270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— Fixed (Uniform)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4160520" cy="182880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73168" y="1856232"/>
            <a:ext cx="3959352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2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idx[1]*</a:t>
            </a:r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strides_[1]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^^^^^^^^^^^^ explicit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Rank 3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idx[0]*strides_[0]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idx[1]*strides_[1]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+ idx[2]*</a:t>
            </a:r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strides_[2]</a:t>
            </a:r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        ^^^^^^^^^^^^ explicit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3749040"/>
            <a:ext cx="8503920" cy="1188720"/>
          </a:xfrm>
          <a:prstGeom prst="rect">
            <a:avLst/>
          </a:prstGeom>
          <a:solidFill>
            <a:srgbClr val="EEF9F4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8221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compiler eliminates the multiply regardless: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4096512"/>
            <a:ext cx="8503920" cy="77724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" y="4169664"/>
            <a:ext cx="830275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strides_[Rank-1] = 1;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always, set in constructor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idx[1] * strides_[1]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idx[1] * 1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buNone/>
            </a:pPr>
            <a:r>
              <a:rPr lang="en-US" sz="950" b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idx[1]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compiler: strength reduction, multiply gone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The generated instructions are identical. The uniform form is correct under ANY stride model.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OPERATOR()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operator() — Concepts, noexcept, Debug Guard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 of safety stack on the unchecked fast path: concept rejects bad types at compile time, the static_assert rejects wrong index counts, and assert() fires immediately in debug builds for out-of-bounds access.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81328"/>
            <a:ext cx="4617720" cy="233172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54480"/>
            <a:ext cx="441655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&lt;typename... Idx&gt;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requires (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sizeof...(Idx) == Rank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(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integral&lt;Idx&gt;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...)           // ①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&amp;&amp; (!</a:t>
            </a:r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same_as&lt;remove_cvref_t&lt;Idx&gt;,bool&gt;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&amp;&amp; ...))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// ②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reference operator()(Idx... idx) noexcept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const array&lt;size_type,Rank&gt; arr{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static_cast&lt;size_type&gt;(idx)...};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assert(in_bounds(arr)</a:t>
            </a:r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&amp;&amp; "...");  // ③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data_[linear_index(arr)];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74920" y="1517904"/>
            <a:ext cx="292608" cy="29260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74920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40680" y="1499616"/>
            <a:ext cx="3401568" cy="749808"/>
          </a:xfrm>
          <a:prstGeom prst="rect">
            <a:avLst/>
          </a:prstGeom>
          <a:solidFill>
            <a:srgbClr val="F5F6FA"/>
          </a:solidFill>
          <a:ln w="15240">
            <a:solidFill>
              <a:srgbClr val="0EA5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59552" y="1554480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integral&lt;Idx&gt;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59552" y="1819656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Rejects float, double, pointers. Without this, 3.7 silently truncates to 3 via static_cast&lt;size_type&gt;.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74920" y="2368296"/>
            <a:ext cx="292608" cy="292608"/>
          </a:xfrm>
          <a:prstGeom prst="ellipse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2368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40680" y="2350008"/>
            <a:ext cx="3401568" cy="749808"/>
          </a:xfrm>
          <a:prstGeom prst="rect">
            <a:avLst/>
          </a:prstGeom>
          <a:solidFill>
            <a:srgbClr val="F5F6FA"/>
          </a:solidFill>
          <a:ln w="15240">
            <a:solidFill>
              <a:srgbClr val="E85D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59552" y="2404872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85D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!same_as&lt;..., bool&gt;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59552" y="2670048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 satisfies integral. arr(true, false, true) would compile and produce indices {1,0,1}. Excluded by name.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74920" y="3218688"/>
            <a:ext cx="292608" cy="292608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2186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40680" y="3200400"/>
            <a:ext cx="3401568" cy="749808"/>
          </a:xfrm>
          <a:prstGeom prst="rect">
            <a:avLst/>
          </a:prstGeom>
          <a:solidFill>
            <a:srgbClr val="F5F6FA"/>
          </a:solidFill>
          <a:ln w="15240">
            <a:solidFill>
              <a:srgbClr val="A855F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59552" y="3255264"/>
            <a:ext cx="3218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855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assert(in_bounds(...))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59552" y="3520440"/>
            <a:ext cx="32186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debug: fires immediately on OOB, clear stack trace. In release: stripped by NDEBUG, zero overhead.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3913632"/>
            <a:ext cx="8503920" cy="1051560"/>
          </a:xfrm>
          <a:prstGeom prst="rect">
            <a:avLst/>
          </a:prstGeom>
          <a:solidFill>
            <a:srgbClr val="EEF2FF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977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at()  vs  operator()  —  choose by context: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0040" y="4233672"/>
            <a:ext cx="8503920" cy="667512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4306824"/>
            <a:ext cx="8302752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arr.at({1,2,3})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throws std::out_of_range — always, production-safe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arr(1, 2, 3)   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asserts in debug, UB-free in release — hot path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94E2D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arr.data()     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raw pointer — BLAS/LAPACK/C interop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RESHAPE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reshape() — Safe Copy + Cross-Instantiation Access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returns a new NDArray with a different rank and shape, copying the flat buffer. It accesses a private member of a different template instantiation — legal, but non-obvious.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44752"/>
            <a:ext cx="4572000" cy="233172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" y="1517904"/>
            <a:ext cx="4370832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&lt;size_t NewRank&gt;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NDArray&lt;T,NewRank&gt; reshape(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array&lt;size_type,NewRank&gt; new_extents) const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size_type new_size = accumulate(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new_extents.begin(),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new_extents.end(), 1, multiplies{});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9B4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(new_size != size())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3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invalid_argument(...);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NDArray&lt;T,NewRank&gt; result(new_extents);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AB3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result.data_ = data_;</a:t>
            </a:r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← cross-instantiation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result;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74920" y="1444752"/>
            <a:ext cx="3794760" cy="2331720"/>
          </a:xfrm>
          <a:prstGeom prst="rect">
            <a:avLst/>
          </a:prstGeom>
          <a:solidFill>
            <a:srgbClr val="FFF3E0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30368" y="1517904"/>
            <a:ext cx="3520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 Access Control Rule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30368" y="1828800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 is per class template name, not per instantiation.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NDArray&lt;T, Rank&gt; and NDArray&lt;T, NewRank&gt; are different types, but a member function of NDArray&lt;T, Rank&gt; is allowed to access private members of NDArray&lt;T, NewRank&gt; because they share the same template name.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result.data_ compiles without a friend declaration — though the fixed header adds an explicit friend template for clarity: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3867912"/>
            <a:ext cx="8503920" cy="640080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3941064"/>
            <a:ext cx="83027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Added in fixed header for explicit documentation: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 &lt;typename U, size_t R&gt; friend class NDArray;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i="1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Makes the cross-instantiation access visible and intentional.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4590288"/>
            <a:ext cx="8503920" cy="384048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46360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reshape is a deep copy. No aliasing, no ownership question, no lifetime hazard. The caller gets a fully independent array.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FIXES APPLIED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Fixes — What Changed and Why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914400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" y="987552"/>
            <a:ext cx="256032" cy="2560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6928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Stride bug — uniform * strides_[N]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74320" y="13167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fast-path terms now explicit. Compiler eliminates the *1 anyway. Correct under any future stride model.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64592" y="1938528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7744" y="2011680"/>
            <a:ext cx="256032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7744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66928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UB → assert(in_bounds(...))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74320" y="2340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assert fires immediately on OOB. Stripped by NDEBUG in release. Mirrors CArrayView.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64592" y="2962656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7744" y="3035808"/>
            <a:ext cx="256032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7744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on Idx... — integral + !bool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27432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Floats, pointers, bools rejected at call site. static_assert already checked count; concept checks type.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64592" y="3986784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7744" y="4059936"/>
            <a:ext cx="256032" cy="25603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37744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int loop — comment added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cast to int is load-bearing (unsigned wrap infinite loop). Documented so no one 'fixes' it.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645152" y="914400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A855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18304" y="987552"/>
            <a:ext cx="256032" cy="25603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18304" y="9875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47488" y="9875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Cross-instantiation access — friend + comment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54880" y="131673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C++ per-template-name rule explained inline. Explicit friend template declaration added.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645152" y="1938528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18304" y="2011680"/>
            <a:ext cx="256032" cy="256032"/>
          </a:xfrm>
          <a:prstGeom prst="rect">
            <a:avLst/>
          </a:prstGeom>
          <a:solidFill>
            <a:srgbClr val="2DC653"/>
          </a:solidFill>
          <a:ln w="12700">
            <a:solidFill>
              <a:srgbClr val="2DC65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18304" y="201168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047488" y="20116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noexcept on iterators + cbegin/cend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234086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std::vector::begin is noexcept; propagated. std::cbegin(arr) now resolves to a named member.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45152" y="2962656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E85D0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18304" y="3035808"/>
            <a:ext cx="256032" cy="256032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8304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47488" y="3035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static_assert(Rank &gt; 0)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54880" y="3364992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Rank==0 causes strides_[-1] UB in constructor. Blocked with a clean diagnostic at instantiation.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45152" y="3986784"/>
            <a:ext cx="4315968" cy="932688"/>
          </a:xfrm>
          <a:prstGeom prst="rect">
            <a:avLst/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4059936"/>
            <a:ext cx="256032" cy="25603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18304" y="405993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047488" y="4059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operator== and std::hash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54880" y="43891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extents then flat data. Hash mixes extents and elements. Consistent with the rest of the library.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406640" y="1645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spc="200" kern="0" dirty="0">
                <a:solidFill>
                  <a:srgbClr val="E85D04"/>
                </a:solidFill>
              </a:rPr>
              <a:t>LIBRARY PLACEMENT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201168"/>
            <a:ext cx="8503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621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NDArray in the ulib View / Container Hierarchy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749808"/>
            <a:ext cx="8503920" cy="32004"/>
          </a:xfrm>
          <a:prstGeom prst="rect">
            <a:avLst/>
          </a:prstGeom>
          <a:solidFill>
            <a:srgbClr val="ECEEF8"/>
          </a:solidFill>
          <a:ln w="12700">
            <a:solidFill>
              <a:srgbClr val="ECE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914400"/>
            <a:ext cx="8503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NDArray and CArrayView solve complementary problems with the same underlying model. A well-structured library lets them interoperate naturally.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411480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CArrayView&lt;T,R,Dims...&gt;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737360"/>
            <a:ext cx="4114800" cy="329184"/>
          </a:xfrm>
          <a:prstGeom prst="rect">
            <a:avLst/>
          </a:prstGeom>
          <a:solidFill>
            <a:srgbClr val="E8F5FE"/>
          </a:solidFill>
          <a:ln w="12700">
            <a:solidFill>
              <a:srgbClr val="E8F5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773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17739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Non-owning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084832"/>
            <a:ext cx="411480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121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83080" y="21214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compile-time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432304"/>
            <a:ext cx="4114800" cy="329184"/>
          </a:xfrm>
          <a:prstGeom prst="rect">
            <a:avLst/>
          </a:prstGeom>
          <a:solidFill>
            <a:srgbClr val="E8F5FE"/>
          </a:solidFill>
          <a:ln w="12700">
            <a:solidFill>
              <a:srgbClr val="E8F5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468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783080" y="24688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into C array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4320" y="2779776"/>
            <a:ext cx="411480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816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8163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3127248"/>
            <a:ext cx="4114800" cy="329184"/>
          </a:xfrm>
          <a:prstGeom prst="rect">
            <a:avLst/>
          </a:prstGeom>
          <a:solidFill>
            <a:srgbClr val="E8F5FE"/>
          </a:solidFill>
          <a:ln w="12700">
            <a:solidFill>
              <a:srgbClr val="E8F5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783080" y="3163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474720"/>
            <a:ext cx="411480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511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risk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783080" y="35112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flatPtr [expr.add]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3822192"/>
            <a:ext cx="4114800" cy="329184"/>
          </a:xfrm>
          <a:prstGeom prst="rect">
            <a:avLst/>
          </a:prstGeom>
          <a:solidFill>
            <a:srgbClr val="E8F5FE"/>
          </a:solidFill>
          <a:ln w="12700">
            <a:solidFill>
              <a:srgbClr val="E8F5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858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783080" y="38587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legacy C arrays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417320"/>
            <a:ext cx="4114800" cy="32004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144475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NDArray&lt;T, Rank&gt;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1737360"/>
            <a:ext cx="4114800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177393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217920" y="177393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(vector)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084832"/>
            <a:ext cx="411480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212140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217920" y="212140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 CT, extents RT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2432304"/>
            <a:ext cx="4114800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246888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217920" y="2468880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Heap (std::vector)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2779776"/>
            <a:ext cx="411480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281635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217920" y="2816352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Compile-time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127248"/>
            <a:ext cx="4114800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31638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Extents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217920" y="316382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09160" y="3474720"/>
            <a:ext cx="4114800" cy="329184"/>
          </a:xfrm>
          <a:prstGeom prst="rect">
            <a:avLst/>
          </a:prstGeom>
          <a:solidFill>
            <a:srgbClr val="F8FAFF"/>
          </a:solidFill>
          <a:ln w="12700">
            <a:solidFill>
              <a:srgbClr val="F8FAFF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00600" y="35112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 risk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217920" y="3511296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(fixed)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09160" y="3822192"/>
            <a:ext cx="4114800" cy="329184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38587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217920" y="3858768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21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&amp; compute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" y="4187952"/>
            <a:ext cx="8503920" cy="749808"/>
          </a:xfrm>
          <a:prstGeom prst="rect">
            <a:avLst/>
          </a:prstGeom>
          <a:solidFill>
            <a:srgbClr val="EEF9F4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02920" y="425196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DC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interop — same stride model: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20040" y="4526280"/>
            <a:ext cx="8503920" cy="475488"/>
          </a:xfrm>
          <a:prstGeom prst="rect">
            <a:avLst/>
          </a:prstGeom>
          <a:solidFill>
            <a:srgbClr val="1A1C2E"/>
          </a:solidFill>
          <a:ln w="12700">
            <a:solidFill>
              <a:srgbClr val="25284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9768" y="4599432"/>
            <a:ext cx="8302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DD6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NDArray&lt;double,2&gt; mat({4,4});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// allocate</a:t>
            </a:r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6E3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CArrayView view = CArrayView&lt;double,2,4,4&gt;::fromPointer(mat.data());</a:t>
            </a:r>
            <a:pPr indent="0" marL="0">
              <a:buNone/>
            </a:pPr>
            <a:r>
              <a:rPr lang="en-US" sz="950" dirty="0">
                <a:solidFill>
                  <a:srgbClr val="6C708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zero-copy view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E85D04"/>
          </a:solidFill>
          <a:ln w="12700">
            <a:solidFill>
              <a:srgbClr val="E85D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34747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269480" y="301752"/>
            <a:ext cx="1600200" cy="1097280"/>
          </a:xfrm>
          <a:prstGeom prst="rect">
            <a:avLst/>
          </a:prstGeom>
          <a:solidFill>
            <a:srgbClr val="E85D04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269480" y="301752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0F2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B+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269480" y="1078992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  after fixes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685800" y="11155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4356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Rank CT / extents RT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design point — mirrors std::mdspan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20939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if constexpr fast paths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105156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overhead for ranks 1–4, general fallback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85800" y="27523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reshape copy semantics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105156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aliasing, no ownership ambiguity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3410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at() vs operator() split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105156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Mirrors std::vector contract exactly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85800" y="40690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data() raw access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5156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BLAS/LAPACK/C interop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1115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5D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 review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1435608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Stride bug — fixed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257800" y="16916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strides_[N] now uniform on all fast-path terms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92040" y="2093976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debug assert — fixed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5780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assert(in_bounds()) added to operator()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752344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concept on Idx — fixed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57800" y="300837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+ !bool constraint at call site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410712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Signed int loop — documented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257800" y="366674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load-bearing cast explained in header comment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069080"/>
            <a:ext cx="3931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0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Cross-instantiation — clarified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5257800" y="432511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3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friend template + comment added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F2D5A"/>
          </a:solidFill>
          <a:ln w="12700">
            <a:solidFill>
              <a:srgbClr val="1F2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4791456"/>
            <a:ext cx="82296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880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ulib::NDArray — rank-templated, zero-overhead fast paths, production-ready after review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NDArray — Rank-Templated Owning N-Dimensional Array</dc:title>
  <dc:subject>PptxGenJS Presentation</dc:subject>
  <dc:creator>PptxGenJS</dc:creator>
  <cp:lastModifiedBy>PptxGenJS</cp:lastModifiedBy>
  <cp:revision>1</cp:revision>
  <dcterms:created xsi:type="dcterms:W3CDTF">2026-03-05T08:40:01Z</dcterms:created>
  <dcterms:modified xsi:type="dcterms:W3CDTF">2026-03-05T08:40:01Z</dcterms:modified>
</cp:coreProperties>
</file>