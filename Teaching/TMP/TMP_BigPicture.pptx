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874 lines. 12 helpers. 16,067 test checks.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Big Picture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Ships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 is a single header-only file. Everything compiles from one include.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6596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header. No .cpp files.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196596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2588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892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helpers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 templates + 7 utilities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196596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2588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8+1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CTAD guides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ranked + 1 fallback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325880"/>
            <a:ext cx="196596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325880"/>
            <a:ext cx="54864" cy="12801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16,067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8660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 + UBSan clean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803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templates: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KokkosDataType • BuildArrayType • SafeArrayTypeImpl • ExtentStorage • Peeler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Utilities:      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 • dropFirstExtent • checkedExtent • nth_pack_element • dynamic_slot • all_static_v • rank_dynamic_v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API:     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operator() • operator[](array) • operator[](scalar) • subview • toKokkos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begin/end • first/last/subspan • data • extent • stride • size • rank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Construction:   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CTAD guides + fallback • makeArrayView (2 overloads) • const-promoting conversion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Safety:         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LifetimeToken • checkedExtent • checkBounds • no-bool-index constraint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Stage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pattern exists because a specific requirement forced it.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46888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ExtentStorage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only dynamic extents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dynamic_slot consteval 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computing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BuildArrayType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Reconstruct C array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 using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using (upward)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KokkosDataType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dims to Kokkos encoding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specializations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using (upward)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Peeler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 C array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accumulation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(downward)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CTAD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Unambiguous deduction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!is_array_v&lt;T&gt; constraint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implication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void&amp;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hard 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indirection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SFINAE friendliness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ADC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constexpr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Cross-sub-array boundary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Rank-1 only constexpr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practical UB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was chosen for elegance. Each was the minimum mechanism that solved the problem.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Seven Rules to Internalize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value?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868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a value, use constexpr/consteval. If it is a type, use struct templates with partial specialization.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or nested using?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step transform the result? Yes → nested using. No → inheritance.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65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conditional_t with ill-formed branches.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instantiated. Use partial specialization — only the matching spec is formed.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CTAD -&gt; as material implication.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antecedents mutually exclusive. False antecedent = guide discarded, not vacuously true.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365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ill-formed types past constraints.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063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indirection moves type formation from class setup to overload resolution, where SFINAE applies.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365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 packs into arrays for scanning.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3611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 size_t pack[] = {Dims...}; — then use a for loop instead of recursive peeling.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practical UB explicitly.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4160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Cross-sub-array arithmetic. Test at runtime, not constexpr. Await P2590R0. mdspan makes the same choice.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Traps and Fixes: Quick Reference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C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wrong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Store all extents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Wastes space for compile-time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only dynamic extents; static from template 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conditional_t with TMP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branches instantiated; ill-formed kills compilation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specialization (only matching spec formed)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CTAD without !is_array_v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guide deduces sub-array as element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 every guide: only scalar T fires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void&amp; in constructor param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error during class setup, before constraints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template&lt;typename Array&gt; defers to overload resolution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constexpr cross-sub-array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 rejects pointer arithmetic across boundaries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as runtime-only; constexpr for rank-1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Writing Any TMP, Ask: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mechanism in ArrayView was chosen by answering three questions in order.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8686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the answer a type or a value?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→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constexpr/consteval function. Normal syntax: for loops, if/else, arithmetic.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→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template with partial specialization. No operators on types — struct-based recursion is the only tool.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54864" cy="8686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Does each step transform the result?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using type. Each level defines its own ::type by wrapping the inner result.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Inheritance. Base case defines ::type once; recursive levels inherit it unchanged.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86868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29000"/>
            <a:ext cx="54864" cy="86868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 either branch be ill-formed?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conditional_t is fine. Both branches are valid types.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specialization. Only the matching spec is instantiated. The impossible branch is never formed.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 — 874 lines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was chosen for elegance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generality. Each was the minimum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that solved the problem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failures discovered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way.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View That Learned to Count Its Own Dimensions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Big Picture</dc:title>
  <dc:subject>PptxGenJS Presentation</dc:subject>
  <dc:creator>ArrayView / ulib</dc:creator>
  <cp:lastModifiedBy>ArrayView / ulib</cp:lastModifiedBy>
  <cp:revision>1</cp:revision>
  <dcterms:created xsi:type="dcterms:W3CDTF">2026-04-09T16:11:42Z</dcterms:created>
  <dcterms:modified xsi:type="dcterms:W3CDTF">2026-04-09T16:11:42Z</dcterms:modified>
</cp:coreProperties>
</file>