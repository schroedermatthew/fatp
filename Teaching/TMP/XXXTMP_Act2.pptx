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924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36633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C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651760"/>
            <a:ext cx="9144000" cy="36576"/>
          </a:xfrm>
          <a:prstGeom prst="rect">
            <a:avLst/>
          </a:prstGeom>
          <a:solidFill>
            <a:srgbClr val="3EC6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parameter packs, and why does</a:t>
            </a:r>
            <a:endParaRPr lang="en-US" sz="2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ArrayView depend on them?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283464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Parameter Packs —</a:t>
            </a:r>
            <a:endParaRPr lang="en-US" sz="3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Language Feature Behind Everything</a:t>
            </a: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C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Declaration That Drives ArrayView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mechanism in this presentation operates on one thing: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8046720" cy="731520"/>
          </a:xfrm>
          <a:prstGeom prst="rect">
            <a:avLst/>
          </a:prstGeom>
          <a:solidFill>
            <a:srgbClr val="0D1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32588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template&lt;typename T, std::size_t... Dims&gt;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ArrayView;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EC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element type. </a:t>
            </a:r>
            <a:r>
              <a:rPr lang="en-US" sz="1300" dirty="0">
                <a:solidFill>
                  <a:srgbClr val="3EC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300" dirty="0">
                <a:solidFill>
                  <a:srgbClr val="3EC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300" dirty="0">
                <a:solidFill>
                  <a:srgbClr val="3EC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float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6517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Dims...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</a:t>
            </a:r>
            <a:r>
              <a:rPr lang="en-US" sz="1300" b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pack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Zero or more dimension extents. Each is either a compile-time constant or </a:t>
            </a:r>
            <a:r>
              <a:rPr lang="en-US" sz="1300" dirty="0">
                <a:solidFill>
                  <a:srgbClr val="3EC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dynamic_extent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8046720" cy="1463040"/>
          </a:xfrm>
          <a:prstGeom prst="rect">
            <a:avLst/>
          </a:prstGeom>
          <a:solidFill>
            <a:srgbClr val="0D1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333756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ArrayView&lt;double, 3, 4&gt;            </a:t>
            </a: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Dims... = {3, 4}
</a:t>
            </a: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ArrayView&lt;int, 10, 20, 30&gt;         </a:t>
            </a: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Dims... = {10, 20, 30}
</a:t>
            </a: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ArrayView&lt;float, dyn, 16&gt;          </a:t>
            </a: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Dims... = {dyn, 16}
</a:t>
            </a: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ArrayView&lt;double, dyn, dyn, dyn&gt;   </a:t>
            </a: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Dims... = {dyn, dyn, dyn}
</a:t>
            </a: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ArrayView&lt;const double, 8&gt;         </a:t>
            </a: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Dims... = {8}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46177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... after std::size_t is the pack declaration. Everything that follows is about what you can do with it.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 Packs: Typelists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C++11, there was no way to have a variable number of template parameters. You had to encode a list as nested types.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05320"/>
            <a:ext cx="8229600" cy="2205544"/>
          </a:xfrm>
          <a:prstGeom prst="rect">
            <a:avLst/>
          </a:prstGeom>
          <a:solidFill>
            <a:srgbClr val="141C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544904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Alexandrescu's typelist (2001)
</a:t>
            </a: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NullType {};
template&lt;typename H, typename T&gt;
struct Typelist {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using Head = H;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using Tail = T;  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another Typelist or NullType
</a:t>
            </a: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3327984"/>
            <a:ext cx="8229600" cy="502920"/>
          </a:xfrm>
          <a:prstGeom prst="rect">
            <a:avLst/>
          </a:prstGeom>
          <a:solidFill>
            <a:srgbClr val="141C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334627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To represent (int, double, char):
</a:t>
            </a:r>
            <a:r>
              <a:rPr lang="en-US" sz="11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MyList = Typelist&lt;int, Typelist&lt;double, Typelist&lt;char, NullType&gt;&gt;&gt;;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3957081"/>
            <a:ext cx="8229600" cy="822960"/>
          </a:xfrm>
          <a:prstGeom prst="rect">
            <a:avLst/>
          </a:prstGeom>
          <a:solidFill>
            <a:srgbClr val="E8ECF4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3886200"/>
            <a:ext cx="54864" cy="82296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4002801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Deeply nested. </a:t>
            </a:r>
            <a:r>
              <a:rPr lang="en-US" sz="12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access is O(N) — peel Head/Tail recursively to reach element 5. Adding an element means wrapping another layer. Imagine writing </a:t>
            </a:r>
            <a:r>
              <a:rPr lang="en-US" sz="12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ArrayView&lt;double, 3, 4, 5&gt;</a:t>
            </a:r>
            <a:r>
              <a:rPr lang="en-US" sz="12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this way. The dimension pack would be </a:t>
            </a:r>
            <a:r>
              <a:rPr lang="en-US" sz="11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Typelist&lt;3, Typelist&lt;4, Typelist&lt;5, NullType&gt;&gt;&gt;</a:t>
            </a:r>
            <a:r>
              <a:rPr lang="en-US" sz="12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C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 Packs: Recursive Inheritance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other pre-C++11 pattern: each level stores one element and inherits the rest.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8046720" cy="2103120"/>
          </a:xfrm>
          <a:prstGeom prst="rect">
            <a:avLst/>
          </a:prstGeom>
          <a:solidFill>
            <a:srgbClr val="0D1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280160"/>
            <a:ext cx="7498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Boost.Tuple style (simplified)
</a:t>
            </a: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template&lt;typename Head, typename... Tail&gt;
struct Tuple : Tuple&lt;Tail...&gt; {
    Head value;
};
template&lt;typename Last&gt;
struct Tuple&lt;Last&gt; {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Last value;  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base case
</a:t>
            </a: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3566160"/>
            <a:ext cx="8229600" cy="914400"/>
          </a:xfrm>
          <a:prstGeom prst="rect">
            <a:avLst/>
          </a:prstGeom>
          <a:solidFill>
            <a:srgbClr val="141C3D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3566160"/>
            <a:ext cx="54864" cy="914400"/>
          </a:xfrm>
          <a:prstGeom prst="rect">
            <a:avLst/>
          </a:prstGeom>
          <a:solidFill>
            <a:srgbClr val="3EC6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36118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3E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what Peeler does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strip one element, inherit the rest, accumulate state downward. Before C++11, this was the </a:t>
            </a:r>
            <a:r>
              <a:rPr lang="en-US" sz="1200" i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way to process a list of types. Every “iteration” was a template instantiation.
C++11 gave us a better primitive — but the pattern survived because some problems still need it.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C++11: Parameter Packs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language absorbed the pattern. A pack is a first-class language feature, not a linked list.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560320" cy="1463040"/>
          </a:xfrm>
          <a:prstGeom prst="rect">
            <a:avLst/>
          </a:prstGeom>
          <a:solidFill>
            <a:srgbClr val="E8ECF4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54864" cy="1463040"/>
          </a:xfrm>
          <a:prstGeom prst="rect">
            <a:avLst/>
          </a:prstGeom>
          <a:solidFill>
            <a:srgbClr val="3EC6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691640"/>
            <a:ext cx="2103120" cy="365760"/>
          </a:xfrm>
          <a:prstGeom prst="rect">
            <a:avLst/>
          </a:prstGeom>
          <a:solidFill>
            <a:srgbClr val="141C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1737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typename... 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1945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... after the type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means “zero or more.”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325880"/>
            <a:ext cx="2560320" cy="1463040"/>
          </a:xfrm>
          <a:prstGeom prst="rect">
            <a:avLst/>
          </a:prstGeom>
          <a:solidFill>
            <a:srgbClr val="E8ECF4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91840" y="1325880"/>
            <a:ext cx="54864" cy="1463040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566160" y="13716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566160" y="1691640"/>
            <a:ext cx="2103120" cy="365760"/>
          </a:xfrm>
          <a:prstGeom prst="rect">
            <a:avLst/>
          </a:prstGeom>
          <a:solidFill>
            <a:srgbClr val="141C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0" y="1737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Ts...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66160" y="21945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... after the name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expands the whole pack.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1325880"/>
            <a:ext cx="2560320" cy="1463040"/>
          </a:xfrm>
          <a:prstGeom prst="rect">
            <a:avLst/>
          </a:prstGeom>
          <a:solidFill>
            <a:srgbClr val="E8ECF4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26480" y="1325880"/>
            <a:ext cx="54864" cy="1463040"/>
          </a:xfrm>
          <a:prstGeom prst="rect">
            <a:avLst/>
          </a:prstGeom>
          <a:solidFill>
            <a:srgbClr val="FDE6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0" y="13716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1691640"/>
            <a:ext cx="2103120" cy="365760"/>
          </a:xfrm>
          <a:prstGeom prst="rect">
            <a:avLst/>
          </a:prstGeom>
          <a:solidFill>
            <a:srgbClr val="141C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92240" y="1737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sizeof...(Ts)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0" y="21945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elements.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Compile-time constant.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017520"/>
            <a:ext cx="8229600" cy="1371600"/>
          </a:xfrm>
          <a:prstGeom prst="rect">
            <a:avLst/>
          </a:prstGeom>
          <a:solidFill>
            <a:srgbClr val="E1E8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7200" y="3017520"/>
            <a:ext cx="54864" cy="1371600"/>
          </a:xfrm>
          <a:prstGeom prst="rect">
            <a:avLst/>
          </a:prstGeom>
          <a:solidFill>
            <a:srgbClr val="3EC6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31520" y="306324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(typelist):
</a:t>
            </a:r>
            <a:r>
              <a:rPr lang="en-US" sz="11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Typelist&lt;int, Typelist&lt;double, Typelist&lt;char, NullType&gt;&gt;&gt;
</a:t>
            </a: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(pack):
</a:t>
            </a:r>
            <a:r>
              <a:rPr lang="en-US" sz="11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template&lt;typename... Ts&gt;  // Ts = int, double, char
</a:t>
            </a:r>
            <a:r>
              <a:rPr lang="en-US" sz="12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information. No nesting. No NullType. Direct access to the whole list.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C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the Compiler Sees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write </a:t>
            </a:r>
            <a:r>
              <a:rPr lang="en-US" sz="13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ArrayView&lt;double, 3, 4, 5&gt;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 compiler binds </a:t>
            </a:r>
            <a:r>
              <a:rPr lang="en-US" sz="13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Dims... = {3, 4, 5}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1280160"/>
          </a:xfrm>
          <a:prstGeom prst="rect">
            <a:avLst/>
          </a:prstGeom>
          <a:solidFill>
            <a:srgbClr val="141C3D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54864" cy="1280160"/>
          </a:xfrm>
          <a:prstGeom prst="rect">
            <a:avLst/>
          </a:prstGeom>
          <a:solidFill>
            <a:srgbClr val="3EC6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E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model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64592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pack is a compiler-internal ordered list. Not a data structure you can index at runtime.
Not an array. Not a tuple. The compiler holds the elements and substitutes them when you expand.
You cannot write  </a:t>
            </a:r>
            <a:r>
              <a:rPr lang="en-US" sz="12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Dims[1]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there is no subscript operator on packs.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834640"/>
            <a:ext cx="8229600" cy="1554480"/>
          </a:xfrm>
          <a:prstGeom prst="rect">
            <a:avLst/>
          </a:prstGeom>
          <a:solidFill>
            <a:srgbClr val="141C3D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54864" cy="1554480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28803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can do with a pack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200400"/>
            <a:ext cx="7680960" cy="1097280"/>
          </a:xfrm>
          <a:prstGeom prst="rect">
            <a:avLst/>
          </a:prstGeom>
          <a:solidFill>
            <a:srgbClr val="0D1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14400" y="32461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sizeof...(Dims)          </a:t>
            </a: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count: 3
</a:t>
            </a:r>
            <a:r>
              <a:rPr lang="en-US" sz="11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Dims...                  </a:t>
            </a: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expand: 3, 4, 5
</a:t>
            </a:r>
            <a:r>
              <a:rPr lang="en-US" sz="11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(Dims + ...)             </a:t>
            </a: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fold: ((3 + 4) + 5) = 12
</a:t>
            </a:r>
            <a:r>
              <a:rPr lang="en-US" sz="11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f(Dims...)               </a:t>
            </a: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call: f(3, 4, 5)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46177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it. Expand it. Fold it. But you cannot index it — that’s the fundamental limitation.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 Expansion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Dims...</a:t>
            </a:r>
            <a:r>
              <a:rPr lang="en-US" sz="14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expands the pack in place. The compiler substitutes each element. You can apply a pattern to every element.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solidFill>
            <a:srgbClr val="E8ECF4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4864" cy="640080"/>
          </a:xfrm>
          <a:prstGeom prst="rect">
            <a:avLst/>
          </a:prstGeom>
          <a:solidFill>
            <a:srgbClr val="3EC6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f(Dims...)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303520" y="14173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f(3, 4, 5)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719072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expansion — each element becomes an argument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8229600" cy="640080"/>
          </a:xfrm>
          <a:prstGeom prst="rect">
            <a:avLst/>
          </a:prstGeom>
          <a:solidFill>
            <a:srgbClr val="E8ECF4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54864" cy="640080"/>
          </a:xfrm>
          <a:prstGeom prst="rect">
            <a:avLst/>
          </a:prstGeom>
          <a:solidFill>
            <a:srgbClr val="3EC6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219456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std::array&lt;size_t, sizeof...(Dims)&gt;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03520" y="21945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std::array&lt;size_t, 3&gt;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496312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in a type context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8229600" cy="640080"/>
          </a:xfrm>
          <a:prstGeom prst="rect">
            <a:avLst/>
          </a:prstGeom>
          <a:solidFill>
            <a:srgbClr val="E8ECF4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54864" cy="640080"/>
          </a:xfrm>
          <a:prstGeom prst="rect">
            <a:avLst/>
          </a:prstGeom>
          <a:solidFill>
            <a:srgbClr val="3EC6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" y="297180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(Dims != dynamic_extent)...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03520" y="29718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(true, true, true)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3273552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expansion — apply an expression to each element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703320"/>
            <a:ext cx="8229600" cy="640080"/>
          </a:xfrm>
          <a:prstGeom prst="rect">
            <a:avLst/>
          </a:prstGeom>
          <a:solidFill>
            <a:srgbClr val="E8ECF4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" y="3703320"/>
            <a:ext cx="54864" cy="640080"/>
          </a:xfrm>
          <a:prstGeom prst="rect">
            <a:avLst/>
          </a:prstGeom>
          <a:solidFill>
            <a:srgbClr val="3EC6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31520" y="37490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g(static_cast&lt;size_t&gt;(args)...)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03520" y="37490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g(size_t(a), size_t(b), size_t(c))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4050792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each element with the same operation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46177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 before ... is applied to every element. The ... is the expansion operator.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C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Fold Expressions (C++17)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a pack to a single value with one operator. No recursion, no helper function.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8046720" cy="1371600"/>
          </a:xfrm>
          <a:prstGeom prst="rect">
            <a:avLst/>
          </a:prstGeom>
          <a:solidFill>
            <a:srgbClr val="0D1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28016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Unary right fold
</a:t>
            </a: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(pack op ...)           </a:t>
            </a: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(a op (b op c))
</a:t>
            </a:r>
            <a:r>
              <a:rPr lang="en-US" sz="100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Unary left fold
</a:t>
            </a: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(... op pack)           </a:t>
            </a: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((a op b) op c)
</a:t>
            </a:r>
            <a:r>
              <a:rPr lang="en-US" sz="100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Binary right fold (with init)
</a:t>
            </a: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(pack op ... op init)   </a:t>
            </a: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(a op (b op (c op init)))
</a:t>
            </a:r>
            <a:r>
              <a:rPr lang="en-US" sz="100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Binary left fold (with init)
</a:t>
            </a: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(init op ... op pack)   </a:t>
            </a: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(((init op a) op b) op c)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ArrayView: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154680"/>
            <a:ext cx="8046720" cy="1645920"/>
          </a:xfrm>
          <a:prstGeom prst="rect">
            <a:avLst/>
          </a:prstGeom>
          <a:solidFill>
            <a:srgbClr val="0D1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3200400"/>
            <a:ext cx="7498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all_static_v — are ALL dims compile-time?
</a:t>
            </a: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((Dims != dynamic_extent) &amp;&amp; ...)       </a:t>
            </a: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&amp;&amp; fold
</a:t>
            </a:r>
            <a:r>
              <a:rPr lang="en-US" sz="105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rank_dynamic_v — how many are runtime?
</a:t>
            </a: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(0 + ... + (Dims == dynamic_extent ? 1 : 0)) </a:t>
            </a: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+ fold
</a:t>
            </a:r>
            <a:r>
              <a:rPr lang="en-US" sz="105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linearOffset — row-major index computation
</a:t>
            </a: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((offset = offset * extent&lt;Is&gt;() + idx[Is]), ...) </a:t>
            </a: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comma fold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Materializing a Pack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can’t index a pack. But you can turn it into an array and then use a for loop.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931920" cy="2286000"/>
          </a:xfrm>
          <a:prstGeom prst="rect">
            <a:avLst/>
          </a:prstGeom>
          <a:solidFill>
            <a:srgbClr val="E8ECF4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54864" cy="228600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recursive peeling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691640"/>
            <a:ext cx="3474720" cy="1280160"/>
          </a:xfrm>
          <a:prstGeom prst="rect">
            <a:avLst/>
          </a:prstGeom>
          <a:solidFill>
            <a:srgbClr val="141C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173736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Get the I-th element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template&lt;size_t I, size_t First,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size_t... Rest&gt;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constexpr size_t nth() {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constexpr (I==0) return First;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else return nth&lt;I-1, Rest...&gt;();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3108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 template instantiations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reach element I.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325880"/>
            <a:ext cx="3931920" cy="2286000"/>
          </a:xfrm>
          <a:prstGeom prst="rect">
            <a:avLst/>
          </a:prstGeom>
          <a:solidFill>
            <a:srgbClr val="E8ECF4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54880" y="1325880"/>
            <a:ext cx="54864" cy="2286000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0" y="13716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materialize + for loop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0" y="1691640"/>
            <a:ext cx="3474720" cy="1280160"/>
          </a:xfrm>
          <a:prstGeom prst="rect">
            <a:avLst/>
          </a:prstGeom>
          <a:solidFill>
            <a:srgbClr val="141C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212080" y="173736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Pack → array → loop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consteval size_t dynamic_slot() {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constexpr size_t pack[]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= {Dims...};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size_t slot = 0;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(size_t k=0; k&lt;I; ++k)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(pack[k]==dyn) ++slot;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slot;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0" y="3108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array, one for loop.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recursive instantiations.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solidFill>
            <a:srgbClr val="E1E8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" y="3840480"/>
            <a:ext cx="54864" cy="548640"/>
          </a:xfrm>
          <a:prstGeom prst="rect">
            <a:avLst/>
          </a:prstGeom>
          <a:solidFill>
            <a:srgbClr val="3EC6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38862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constexpr size_t pack[] = {Dims...};</a:t>
            </a:r>
            <a:r>
              <a:rPr lang="en-US" sz="12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this one line turns a pack into something you can loop over. The expansion </a:t>
            </a:r>
            <a:r>
              <a:rPr lang="en-US" sz="12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{Dims...}</a:t>
            </a:r>
            <a:r>
              <a:rPr lang="en-US" sz="12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initializes the array with every element.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C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Composing Packs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Packs can be built up, appended to, and merged. You manipulate them through expansion.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685800"/>
          </a:xfrm>
          <a:prstGeom prst="rect">
            <a:avLst/>
          </a:prstGeom>
          <a:solidFill>
            <a:srgbClr val="141C3D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54864" cy="685800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103120" y="13258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Accumulated..., 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62763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Peeler: add N to the right of the growing list. {2} → {2, 3}.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8229600" cy="685800"/>
          </a:xfrm>
          <a:prstGeom prst="rect">
            <a:avLst/>
          </a:prstGeom>
          <a:solidFill>
            <a:srgbClr val="141C3D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54864" cy="685800"/>
          </a:xfrm>
          <a:prstGeom prst="rect">
            <a:avLst/>
          </a:prstGeom>
          <a:solidFill>
            <a:srgbClr val="3EC6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21488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E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+ pass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03120" y="21488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T*, Rest...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45059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KokkosDataType: add * to T, forward the remaining dims unchanged.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solidFill>
            <a:srgbClr val="141C3D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54864" cy="685800"/>
          </a:xfrm>
          <a:prstGeom prst="rect">
            <a:avLst/>
          </a:prstGeom>
          <a:solidFill>
            <a:srgbClr val="FDE6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" y="29718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each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103120" y="29718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nth_pack_element&lt;Is+1, Dims...&gt;()...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327355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subview: use an index sequence to select specific positions from the pack.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749040"/>
            <a:ext cx="8229600" cy="685800"/>
          </a:xfrm>
          <a:prstGeom prst="rect">
            <a:avLst/>
          </a:prstGeom>
          <a:solidFill>
            <a:srgbClr val="141C3D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" y="3749040"/>
            <a:ext cx="54864" cy="68580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31520" y="37947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two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103120" y="37947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Pack&lt;As..., Bs...&gt;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409651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Concatenate two packs into one by expanding both inside a single template.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46177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pack operation in ArrayView is one of these four patterns.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Breaking Up a Pack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can’t slice a pack directly. Every “break up” operation is an indirect encoding.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914400"/>
          </a:xfrm>
          <a:prstGeom prst="rect">
            <a:avLst/>
          </a:prstGeom>
          <a:solidFill>
            <a:srgbClr val="E8ECF4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54864" cy="914400"/>
          </a:xfrm>
          <a:prstGeom prst="rect">
            <a:avLst/>
          </a:prstGeom>
          <a:solidFill>
            <a:srgbClr val="3EC6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Pattern matching on types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6459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T[N]</a:t>
            </a: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strips the outermost extent from an array type. Used by Peeler to peel one dimension at a time. The compiler matches the pattern and decomposes the type — you get T and N as separate template parameters.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8229600" cy="914400"/>
          </a:xfrm>
          <a:prstGeom prst="rect">
            <a:avLst/>
          </a:prstGeom>
          <a:solidFill>
            <a:srgbClr val="E8ECF4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54864" cy="914400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2468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Index sequence + nth_pack_element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7432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make_index_sequence&lt;N&gt;</a:t>
            </a: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generates {0, 1, ..., N-1}. Use each index to pick specific elements from the pack. subview uses this to drop the first dim: Is = {0, 1} selects dims at positions 1 and 2.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520440"/>
            <a:ext cx="8229600" cy="914400"/>
          </a:xfrm>
          <a:prstGeom prst="rect">
            <a:avLst/>
          </a:prstGeom>
          <a:solidFill>
            <a:srgbClr val="E8ECF4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3520440"/>
            <a:ext cx="54864" cy="914400"/>
          </a:xfrm>
          <a:prstGeom prst="rect">
            <a:avLst/>
          </a:prstGeom>
          <a:solidFill>
            <a:srgbClr val="FDE6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3566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Fold with conditional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38404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(0 + ... + (Dims == dyn ? 1 : 0))</a:t>
            </a: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apply a predicate to every element and reduce. Not slicing the pack, but filtering it into a value. Used by rank_dynamic_v to count how many dims are runtime.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C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Limits (C++20)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packs still can’t do — and the workarounds ArrayView uses.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solidFill>
            <a:srgbClr val="141C3D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54864" cy="640080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Index: Dims[I]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474720" y="1325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nth_pack_element&lt;I, Dims...&gt;()  — recursive peeling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132320" y="13258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C++26: Dims...[I]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1600200"/>
            <a:ext cx="7680960" cy="9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57200" y="2057400"/>
            <a:ext cx="8229600" cy="640080"/>
          </a:xfrm>
          <a:prstGeom prst="rect">
            <a:avLst/>
          </a:prstGeom>
          <a:solidFill>
            <a:srgbClr val="141C3D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2057400"/>
            <a:ext cx="54864" cy="640080"/>
          </a:xfrm>
          <a:prstGeom prst="rect">
            <a:avLst/>
          </a:prstGeom>
          <a:solidFill>
            <a:srgbClr val="8A9C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21031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Slice: first N elements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474720" y="21031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sequence + nth_pack_element for each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132320" y="21031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proposal yet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" y="2377440"/>
            <a:ext cx="7680960" cy="9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57200" y="2834640"/>
            <a:ext cx="8229600" cy="640080"/>
          </a:xfrm>
          <a:prstGeom prst="rect">
            <a:avLst/>
          </a:prstGeom>
          <a:solidFill>
            <a:srgbClr val="141C3D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" y="2834640"/>
            <a:ext cx="54864" cy="640080"/>
          </a:xfrm>
          <a:prstGeom prst="rect">
            <a:avLst/>
          </a:prstGeom>
          <a:solidFill>
            <a:srgbClr val="8A9C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28803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Remove element at position I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474720" y="28803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sequence skipping I + nth_pack_element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132320" y="28803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proposal yet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31520" y="3154680"/>
            <a:ext cx="7680960" cy="9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57200" y="3611880"/>
            <a:ext cx="8229600" cy="640080"/>
          </a:xfrm>
          <a:prstGeom prst="rect">
            <a:avLst/>
          </a:prstGeom>
          <a:solidFill>
            <a:srgbClr val="141C3D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7200" y="3611880"/>
            <a:ext cx="54864" cy="640080"/>
          </a:xfrm>
          <a:prstGeom prst="rect">
            <a:avLst/>
          </a:prstGeom>
          <a:solidFill>
            <a:srgbClr val="8A9C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31520" y="36576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Reorder elements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474720" y="3657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sequence with permuted indices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132320" y="36576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proposal yet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31520" y="3931920"/>
            <a:ext cx="7680960" cy="9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457200" y="4480560"/>
            <a:ext cx="8229600" cy="502920"/>
          </a:xfrm>
          <a:prstGeom prst="rect">
            <a:avLst/>
          </a:prstGeom>
          <a:solidFill>
            <a:srgbClr val="0D1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31520" y="4507992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Today (C++20):                               // Future (C++26):
</a:t>
            </a: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nth_pack_element&lt;2, Dims...&gt;()                  Dims...[2]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Packs Meet TMP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Packs are the data. TMP patterns are the operations. Every stage ahead is a different operation on the same pack.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71600"/>
          <a:ext cx="8595360" cy="25146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ArrayView example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 / reduce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Fold expression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3A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rank_dynamic_v, all_static_v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Per-element access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nth_pack_element (recursive)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3A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get&lt;I&gt;() in ExtentStorage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Iterate (scan / search)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Materialize + consteval loop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3A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dynamic_slot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 on content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 specialization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3A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KokkosDataType (dyn vs static)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Accumulate into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Inheritance + append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3A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Peeler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 through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Nested using 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3A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BuildArrayType, KokkosDataType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 subset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 sequence + expansion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3A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subview (drop first dim)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6177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Dims... is the thread that runs through every stage. The pack is the design.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1967</Words>
  <Application>Microsoft Office PowerPoint</Application>
  <PresentationFormat>On-screen Show (16:9)</PresentationFormat>
  <Paragraphs>171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Parameter Packs</dc:title>
  <dc:subject>PptxGenJS Presentation</dc:subject>
  <dc:creator>ArrayView / ulib</dc:creator>
  <cp:lastModifiedBy>Matthew Schroeder</cp:lastModifiedBy>
  <cp:revision>2</cp:revision>
  <dcterms:created xsi:type="dcterms:W3CDTF">2026-04-09T14:52:39Z</dcterms:created>
  <dcterms:modified xsi:type="dcterms:W3CDTF">2026-04-09T14:58:22Z</dcterms:modified>
</cp:coreProperties>
</file>