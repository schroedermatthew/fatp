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all that machinery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user?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Payoff —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ArrayView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Construction: Just Pass the Array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01168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grid[10][20][30] = {};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v(grid);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ArrayView&lt;int, 10, 20, 30&gt;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Mixed static/dynamic: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rows = config.get("rows");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buf = allocate(rows * 16);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dynamic_extent, 16&gt; v2(buf, rows);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16 is free (template param). Only rows stored at runtime.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063240"/>
            <a:ext cx="54864" cy="11887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 that makes this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CTAD guides + !is_array_v&lt;T&gt; constraint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(Act 5) — deduce &lt;int, 10, 20, 30&gt; from the array type.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(Act 6) — decomposes the array type for makeArrayView (rank &gt; 8).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ExtentStorage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(Act 2) — packs only the dynamic extents. All-static view = one pointer, 8 bytes.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writes one line. CTAD, Peeler, and ExtentStorage handle the rest.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All-Static: Everything Is Compile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4, 3&gt;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sizeof(v) == 8. One pointer. Everything else is a template parameter.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60350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v.extent&lt;0&gt;()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param → literal. No storage, no load.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v.extent&lt;1&gt;()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param → literal.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v.stride&lt;0&gt;()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extent&lt;1&gt;() * stride&lt;1&gt;() = 3*1. Computed at compile time.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v.stride&lt;1&gt;()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Innermost stride. Hardcoded.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v.size()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of all extents. Fold expression, evaluated at compile time.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v.rank()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sizeof...(Dims). Not a function — a constant.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v.rankDynamic()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Fold: (0 + ... + (Dim==dyn?1:0)). Compile-time 0.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v.empty()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constexpr. All-static views can never be empty.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v.sizeBytes()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size() * sizeof(double). Both constants → constant.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sees v.extent&lt;0&gt;() → 4. Not a function call. A literal. The optimizer works with constants.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Dims: What You Lose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dynamic dimension costs 8 bytes of storage and a runtime load. Static dims remain free.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1945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21945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4, 3&gt;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sizeof: 8 bytes (pointer only)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extent&lt;0&gt;(): literal 4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extent&lt;1&gt;(): literal 3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stride&lt;0&gt;(): literal 3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size(): literal 12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C-array constructor: 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CTAD: 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element access: rank-1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21945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54864" cy="219456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3&gt;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sizeof: 16 bytes (ptr + 1 dyn dim)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extent&lt;0&gt;(): runtime load from dyn[0]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extent&lt;1&gt;(): literal 3 (still free!)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stride&lt;0&gt;(): 3 (static) — still free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size(): runtime multiply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C-array constructor: ✗ (void&amp;)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CTAD: ✗ (needs ptr + extents)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element access: 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Mixed: static dims are STILL free. Only dynamic dims cost.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16&gt; v(ptr, rows);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16 bytes stored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v.extent&lt;1&gt;();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16 (literal). v.extent&lt;0&gt;();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dyn[0] (runtime load)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in C: Three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has three ways to get a “2D array.” Only two are contiguous. The third is a trap.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37744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377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Stack array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2194560" cy="36576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81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Contiguous. Row-major.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ints in one block.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knows all dims.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subscript works.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✓  Kokkos 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237744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80160"/>
            <a:ext cx="54864" cy="2377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25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Single malloc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581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buf = malloc(12*4);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Contiguous. One block.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compute offsets: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buf[i*4 + j].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2D subscript syntax.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880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✓  Kokkos 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606040" cy="237744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80160"/>
            <a:ext cx="54864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25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Pointer-to-pointers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2194560" cy="5029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581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int** arr = malloc(...);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arr[i] = malloc(...);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contiguous. Each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is a separate alloc.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arr[i][j] = *(arr[i]+j)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 chases.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✗  Kokkos 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CE4E6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840480"/>
            <a:ext cx="54864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is the common “dynamic 2D array” in C textbooks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gives you arr[i][j] syntax, so it looks like a real 2D array. But the rows are scattered across the heap. No view or kernel library can treat this as a flat buffer — there is no single pointer to the data. This is the layout that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ArrayView nor Kokkos can wrap.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Allocation That Breaks Everything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pattern that most C and C++ tutorials teach for “dynamic 2D arrays.” It does not produce contiguous memory.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rows = 3, cols = 4;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int** arr = new int*[rows];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allocate array of 3 pointers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rows; ++i)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arr[i] = new int[cols];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allocate each row SEPARATELY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arr[1][2] = 42;           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works! Looks like a 2D array.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 arr[0], arr[1], arr[2] are three DIFFERENT allocations.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actually in memory: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520440"/>
            <a:ext cx="54864" cy="1463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(on stack or heap):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[ptr_0] [ptr_1] [ptr_2]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three pointers, contiguous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ptr_0 → 0x7F00:  [0][1][2][3]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 0: allocated at 0x7F00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ptr_1 → 0xA200:  [0][1][2][3]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 1: allocated at 0xA200 (!)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ptr_2 → 0x3B80:  [0][1][2][3]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 2: allocated at 0x3B80 (!)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rows are NOT adjacent. 0x7F00 + 16 bytes ≠ 0xA200.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Linear Arithmetic Fails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computes element addresses with one formula. That formula assumes the data is one block.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8288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1828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buffer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474720" cy="59436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190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buf[12]; // or malloc(12*4)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element (1,2):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 + 1*4 + 2 = buf + 6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buf+6 is 6 ints from the start.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row 1, column 2.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pointer stays in the same allocation.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arithmetic works.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18288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1828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Pointer-to-pointers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3474720" cy="59436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7190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int** arr; // per-row malloc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element (1,2):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 + 1*4 + 2 = ??? 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arr[0]+6 goes past the end of row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unrelated heap memory.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is at a completely different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address. There’s no formula to get there.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8328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29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C++ programmers may not know this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exists to hide memory layout behind abstractions.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std::vector&lt;std::vector&lt;int&gt;&gt;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natural C++ way to make a “dynamic 2D array.” It gives you v[i][j] syntax and handles all the allocation. But under the hood it’s pattern 3 — each inner vector is a separate heap allocation.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fine for general programming. It is catastrophic for GPU kernels, SIMD, or any code that needs a flat pointer to contiguous data — which is exactly what ArrayView, Kokkos, and mdspan require.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Contiguity Contract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and Kokkos both require contiguous, row-major memory. Dynamic dimensions change how extents are known, not how data is laid 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1645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flat pointer.
Computes all offsets with: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 + i*stride&lt;0&gt;() + j*stride&lt;1&gt;()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memory isn’t contiguous,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is wrong. There’s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indirection to follow.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17320"/>
            <a:ext cx="54864" cy="1645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Kokkos::View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View&lt;double**&gt;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(two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dims) still requires one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buffer + runtime extents.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Kokkos DataType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means “two runtime dims,”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“pointer-to-pointers.”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Kokkos DataType encoding: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double[3][4]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extents known at compile time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double*[4]  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 dim runtime, second static — STILL contiguous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double**    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 dims runtime — STILL contiguous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* means “runtime extent,” NOT “pointer indirection.”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underlying buffer is always one flat allocation.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dimensions change how extents are known. The data layout is always contiguous, row-major.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Access: Bounds-Checked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28600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matrix[4][3] = {};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v(matrix);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v(2, 1) = 3.14;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bounds-checked multi-index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x = v(0, 2);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element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v(5, 1);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ASSERT: 5 &gt;= extent&lt;0&gt;() which is 4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v(-1, 0);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ASSERT: negative index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Array-index access for generic code: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std::array&lt;size_t, 2&gt; idx = {2, 1};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v[idx] = 3.14;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element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8229600" cy="11430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337560"/>
            <a:ext cx="54864" cy="11430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Assert-based, not exceptions.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kernels can’t throw. Asserts vanish in Release — zero cost in production, full protection in development. HPC off-by-one bugs silently corrupt neighboring arrays and produce wrong simulation results that take days to diagnose.
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linearOffset fold expression computes row-major offset in one fold. ExtentStorage::get&lt;I&gt;() returns static dims as literals via if constexpr — the offset computation constant-folds for all-static views.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Passing to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reference semantics — the view is cheap, the data stays in place. Accept dynamic_extent in function signatures for polymorphism: one function serves all sizes.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Accept any 2D double view: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processMatrix(ArrayView&lt;double, dynamic_extent, dynamic_extent&gt; v) {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(size_t i = 0; i &lt; v.extent&lt;0&gt;(); ++i)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(size_t j = 0; j &lt; v.extent&lt;1&gt;(); ++j)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v(i, j) *= 2.0;
}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Callers: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small[3][4] = {};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processMatrix(ArrayView(small));     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3×4 static → dynamic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buf = allocate(rows * cols);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dynamic_extent, dynamic_extent&gt; big(buf, rows, cols);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processMatrix(big);                  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already dynamic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 connection: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views (8 bytes) implicitly convert to dynamic views (8 + N×8 bytes). The pointer-plus-extents constructor validates and packs the runtime dims via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checkedExtent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ExtentStorage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Subviews: Drop a Dimension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37744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cube[2][3][4] = {};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v(cube);     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ArrayView&lt;double, 2, 3, 4&gt;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slice = v.subview(1);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ArrayView&lt;double, 3, 4&gt;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^ fixes leading dim at 1, rank drops from 3 to 2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row = slice.subview(0);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ArrayView&lt;double, 4&gt;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^ rank drops from 2 to 1 — now has begin()/end()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(double&amp; val : row)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range-for works on rank-1!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*= 2.0;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429000"/>
            <a:ext cx="54864" cy="10515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the leading dimension?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layout. Fixing the leading dim selects a contiguous sub-block (one row, one slice). Fixing an inner dim would select scattered elements — violating the contiguity contract.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make_index_sequence + nth_pack_element drops the first dim. Dims = {2,3,4} → {3,4}. Result type computed at compile time.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Correctness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459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data[3][4] = {};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v(data);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ArrayView&lt;double, 3, 4&gt; — mutable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ArrayView&lt;const double, 3, 4&gt; cv = v;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implicit conversion ✓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cv(1, 2) = 3.14;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 ERROR: assignment to const double&amp;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x = cv(1, 2);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OK: read-only access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Read-only function — accepts any ArrayView with matching dims: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sum(ArrayView&lt;const double, dynamic_extent, dynamic_extent&gt; v);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sum(v);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mutable → const: implicit, safe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 often alias the same buffer. Const-promotion prevents accidental mutation of shared data — especially when handing a view to a read-only kernel or across a thread boundary.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constructor requires is_same_v&lt;T, const U&gt; — one-way gate. Mutable→const: implicit. Const→mutable: compile error.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Rank-1: STL-Compatible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0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arr[10] = {0,1,2,3,4,5,6,7,8,9};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v(arr);         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ArrayView&lt;int, 10&gt;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Range-for: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(int&amp; x : v) x *= 2; 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begin()/end() → pointer iterators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Algorithms: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std::find(v.begin(), v.end(), 6);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Span-style slicing: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head = v.first(3);   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{0, 2, 4} — first 3 elements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tail = v.last(4);    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{6, 14, 16, 18}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mid  = v.subspan(2, 5);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elements [2..7)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rank-1 only: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is a contiguous range — same as std::span. Iterators are raw pointers. Higher ranks have no single natural iteration order (row-first? column-first?), so begin()/end() would be misleading.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first/last/subspan return dynamic_extent — slice size is runtime. begin()/end() gated by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(kRank == 1)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compile 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Safety: The Contracts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contract is enforced. Some at compile time, some at runtime (Debug builds).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3891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Non-nullable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assert(ptr != nullptr) in constructor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(Debug)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Non-empty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Zero extents rejected by checkedExtent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(Debug)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Bounds-checked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assert(idx[i] &lt; exts[i]) per dimension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(Debug)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bool indices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requires (!is_same_v&lt;Index, bool&gt;)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requires (sizeof...(Indices) == kRank)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Const-correct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ArrayView&lt;const T&gt; — implicit promotion only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Assert-based: zero cost in Release, full protection in Debug. No-bool: v(true) would silently access element 1.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LifetimeToken: Use-After-Free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5603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local[3][4] = {};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LifetimeToken token;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v = makeArrayView(local, token);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view tracks token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v(1, 2) = 3.14;                    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OK: token alive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token and local destroyed here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 still exists (it was copied out) but: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v(0, 0);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ASSERT: LifetimeToken::check() fails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// “access through expired view”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03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optional: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views don’t need tracking — the data outlives the view by design. Tracking adds a pointer to every view. It’s for debugging use-after-free in complex ownership scenarios where data lifetime isn’t obvious. Without a token, ArrayView is a bare pointer like std::span. With one, every access calls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mLifetime.check()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Can T Be?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itself doesn’t constrain T. But Kokkos does — and that’s the whole 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ArrayView: unconstrained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Non-owning view. Stores a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arithmetic, returns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T&amp;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Never
constructs, destructs, or copies elements.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ArrayView&lt;std::string, 5&gt;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compile.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54864" cy="1280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Kokkos: trivially copyable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toKokkos()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 Kokkos::View.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deep_copy does raw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memcpy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device.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a heap pointer —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memcpy copies the pointer, not the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192024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GPUs require trivially copyable types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memory and device memory are separate address spaces. Data moves between them
via DMA (Direct Memory Access) — a raw byte copy, like memcpy. No constructors,
no destructors, no operator= on the GPU side.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 contains a pointer (std::string, std::vector, std::shared_ptr), the pointer refers
to a host address. After copying to device memory, that address is meaningless — the
GPU cannot dereference it. The object arrives corrupted.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 is: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double, float, int, size_t, complex&lt;double&gt;</a:t>
            </a:r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types whose bytes are the data. No indirection. What you copy is what you get.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About char Arrays?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question: can ArrayView wrap character data? It depends on the layout.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828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1828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474720" cy="100584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2763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Contiguous char buffer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buf[256];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ArrayView&lt;char, 256&gt; v(buf);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2D char array (e.g. fixed-width records)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names[10][32];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v2(names);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&lt;char,10,32&gt;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chars. Pointer arithmetic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valid. char is trivially copyable.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931920" cy="1828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54864" cy="1828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work 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600200"/>
            <a:ext cx="3474720" cy="100584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62763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of pointers to strings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names[] = {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"Alice", "Bob", "Carol"
};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ArrayView&lt;const char*, 3&gt; v(names);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v(0) = pointer, not string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pointers is contiguous pointers.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strings are scattered literals.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2D char buffer.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distinction: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names[10][32];     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320 contiguous chars. ArrayView wraps this. ✓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names[10];  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contiguous POINTERS. Each points elsewhere.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// ArrayView sees the pointers, not the strings.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rule as before: ArrayView requires T to be the data, not a pointer to data.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char is data.  char* is indirection.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Kokkos Bridge: One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matrix[64][64] = {};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v(matrix);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hostView = v.toKokkos();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Kokkos::View&lt;double[64][64], HostSpace, Unmanaged&gt;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with DeviceStaging: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dev = makeDeviceInout(matrix, "matrix");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Kokkos::parallel_for(64, KOKKOS_LAMBDA(int i) { /* use dev.view() */ });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dev.copyBack();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92608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TMP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KokkosDataType_t&lt;double, 64, 64&gt;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(Act 4) →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double[64][64]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encoding computed at compile time.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mExtents.apply()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unpacks only dynamic dims for the Kokkos constructor.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DeviceStaging wraps the whole ceremony — host view, device view, deep_copy, fence — in one RAII object.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manual steps from Act 1 are gone. The type machinery handles them all.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User Writes vs What the TMP Does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669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writes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 does (behind the wall)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DE6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ArrayView v(arr)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CTAD + Peeler deduce type. ExtentStorage packs dynamic dims.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DE6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v(1, 2, 3) = x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computes linearOffset. checkBounds asserts. get&lt;I&gt;() resolves static/dynamic.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DE6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v.subview(0)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sequence + nth_pack_element drop leading dim. Result type computed at compile time.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DE6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v.toKokkos()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KokkosDataType maps dims to stars/brackets. apply() unpacks dynamic dims.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DE6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ArrayView&lt;const T&gt; cv = 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Converting constructor: is_same_v&lt;T, const U&gt; constraint. One-way gate.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DE6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v.first(3)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ArrayView&lt;T, dynamic_extent&gt;. Static extent lost — slice size is runtime.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API on top. Compile-time machinery underneath. Zero runtime cost for the abstraction.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Payoff — Using ArrayView</dc:title>
  <dc:subject>PptxGenJS Presentation</dc:subject>
  <dc:creator>ArrayView / ulib</dc:creator>
  <cp:lastModifiedBy>ArrayView / ulib</cp:lastModifiedBy>
  <cp:revision>1</cp:revision>
  <dcterms:created xsi:type="dcterms:W3CDTF">2026-04-09T15:57:09Z</dcterms:created>
  <dcterms:modified xsi:type="dcterms:W3CDTF">2026-04-09T15:57:09Z</dcterms:modified>
</cp:coreProperties>
</file>