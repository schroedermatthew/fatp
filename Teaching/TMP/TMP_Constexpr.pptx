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can’t multi-rank element access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constexpr?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constexpr Boundary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Problem: Cross-Sub-Array Pointers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ArrayView’s element access uses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flatPtr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get a pointer to the first scalar, then computes a linear offset.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arr[3][4];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 contiguous ints in memory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Memory layout: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arr[0]: [0][1][2][3]  arr[1]: [0][1][2][3]  arr[2]: [0][1][2][3]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^                      ^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flatPtr                 flatPtr + 6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= &amp;arr[0][0]            = arr[1][2]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FCE4E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017520"/>
            <a:ext cx="54864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pointer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&amp;arr[0][0]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derived from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an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int[4]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6 to this pointer crosses from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arr[1]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different sub-array.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C++ standard says this is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behavior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pointer arithmetic past the end of an array object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used to reach elements of a different array object, even if they are contiguous in memory.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every compiler lays out the memory contiguously and the arithmetic works. But constexpr enforces the rules.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vs constexpr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runtime, the compiler generates correct code. During constant evaluation, it enforces the abstract machine.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2286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compiler lays out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12 contiguous ints.
Cross-sub-array arithmetic produces
correct results on every platform.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std::mdspan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relies on the same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assumption. So does every flat-buffer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in production.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54864" cy="2286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constexpr: rejected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constant evaluation, the compiler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provenance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
array object a pointer was derived from.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&amp;arr[0][0] + 6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crosses from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arr[0] (an int[4]) into arr[1].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enforces the standard’s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rejects the arithmetic.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works at runtime but fails in constexpr: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int arr[3][4] = {};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ptr = &amp;arr[0][0] + 6;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ERROR: pointer past end of arr[0]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Pointer Provenance?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pointer carries invisible metadata: which object it was derived from. This determines what arithmetic is legal.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1945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int arr[3][4]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&amp;arr[0][0]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pointer derived from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 int[4]).
Legal range: arr[0][0] through arr[0][3] — four elements, plus one-past-the-end.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&amp;arr[0][0] + 4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past the end of arr[0]. Legal to form, illegal to dereference.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&amp;arr[0][0] + 5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past arr[0]’s bounds entirely.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behavior.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arr[0][0] + 5 is the same address as arr[1][1] — they’re contiguous in memory —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pointer was derived from arr[0], not from the whole arr.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runtime, compilers ignore provenance and generate correct code. At constexpr time, they enforce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Rank-1 Is Fine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rank-1 arrays, the pointer arithmetic stays within a single array object.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118872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arr[5] = {10, 20, 30, 40, 50};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 v(arr);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ArrayView&lt;int, 5&gt;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val = v[3];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flatPtr + 3 = &amp;arr[0] + 3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// stays within arr — legal in constexpr 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651760"/>
            <a:ext cx="54864" cy="10972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flatPtr(&amp;arr[0])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a pointer derived from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itself — a single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int[5]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any offset 0–4 stays within that array. No sub-array boundary to cross.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rank-1 element access is fully constexpr in ArrayView.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05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✓         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✗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v[3]  (rank 1)         v(1, 2)  (rank 2+) — crosses sub-array boundary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Boundary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ArrayView’s constexpr capabilities split cleanly along this 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2286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 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 element access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/ stride queries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makeArrayView, data()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semantics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promotion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rank(), size(), empty()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sizeof... operations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25880"/>
            <a:ext cx="54864" cy="2286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only 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element access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v(1, 2) for rank ≥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Crosses sub-array boundaries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Awaits P2590R0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(std::start_lifetime_as)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P2590R0 (std::start_lifetime_as)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will make cross-sub-array arithmetic well-defined by allowing implicit-lifetime arrays over contiguous storage. Until then, the practical UB is documented in the source code and accepted as industry practice. mdspan makes the same choice.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practical UB explicitly. Accept the industry-standard compromise.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constexpr boundary in practice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flatPtr: chase nested subscript-zero to first scalar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flatPtr(T&amp; val) noexcept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std::remove_all_extents_t&lt;T&gt;*
{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constexpr (std::is_array_v&lt;T&gt;)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flatPtr(val[0]);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recurse into sub-array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&amp;val;           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scalar: return address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int arr[3][4]: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flatPtr(arr) → flatPtr(arr[0]) → &amp;arr[0][0]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pointer is derived from arr[0], an int[4]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adding &gt; 4 crosses into arr[1] → UB in constexpr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 int arr[5]: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flatPtr(arr) → &amp;arr[0]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pointer derived from arr, an int[5]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adding 0–4 stays within arr → constexpr OK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constexpr Boundary</dc:title>
  <dc:subject>PptxGenJS Presentation</dc:subject>
  <dc:creator>ArrayView / ulib</dc:creator>
  <cp:lastModifiedBy>ArrayView / ulib</cp:lastModifiedBy>
  <cp:revision>1</cp:revision>
  <dcterms:created xsi:type="dcterms:W3CDTF">2026-04-09T15:14:53Z</dcterms:created>
  <dcterms:modified xsi:type="dcterms:W3CDTF">2026-04-09T15:14:53Z</dcterms:modified>
</cp:coreProperties>
</file>