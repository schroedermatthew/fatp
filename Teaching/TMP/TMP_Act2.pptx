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274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parameter packs, and why does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ArrayView depend on them?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 Packs —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Language Feature Behind Everything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Declaration That Drives ArrayView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mechanism in this presentation operates on one thing: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ArrayView;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element type.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float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</a:t>
            </a:r>
            <a:r>
              <a:rPr lang="en-US" sz="13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pack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Zero or more dimension extents. Each is either a compile-time constant or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dynamic_extent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3, 4&gt;         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{3, 4}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ArrayView&lt;int, 10, 20, 30&gt;      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{10, 20, 30}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ArrayView&lt;float, dyn, 16&gt;       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{dyn, 16}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dyn, dyn&gt;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{dyn, dyn, dyn}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ArrayView&lt;const double, 8&gt;      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{8}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... after std::size_t is the pack declaration. Everything that follows is about what you can do with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Packs: Typelists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C++11, there was no way to have a variable number of template parameters. You had to encode a list as nested types.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6540"/>
            <a:ext cx="8229600" cy="2724059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87439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Alexandrescu's typelist (2001)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NullType {};
template&lt;typename H, typename T&gt;
struct Typelist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Head = H;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Tail = T; 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another Typelist or NullType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370519"/>
            <a:ext cx="8229600" cy="50292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388807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 represent (int, double, char):
</a:t>
            </a: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MyList = Typelist&lt;int, Typelist&lt;double, Typelist&lt;char, NullType&gt;&gt;&gt;;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141379"/>
            <a:ext cx="8229600" cy="82296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4141379"/>
            <a:ext cx="54864" cy="8229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187099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nested. 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is O(N) — peel Head/Tail recursively to reach element 5. Adding an element means wrapping another layer. Imagine writing </a:t>
            </a: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3, 4, 5&gt;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way. The dimension pack would be </a:t>
            </a: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Typelist&lt;3, Typelist&lt;4, Typelist&lt;5, NullType&gt;&gt;&gt;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Packs: Recursive Inheritance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pre-C++11 pattern: each level stores one element and inherits the rest.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21031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Boost.Tuple style (simplified)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Head, typename... Tail&gt;
struct Tuple : Tuple&lt;Tail...&gt; {
    Head value;
};
template&lt;typename Last&gt;
struct Tuple&lt;Last&gt;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 value; 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Peeler does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strip one element, inherit the rest, accumulate state downward. Before C++11, this was the </a:t>
            </a:r>
            <a:r>
              <a:rPr lang="en-US" sz="12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way to process a list of types. Every “iteration” was a template instantiation.
C++11 gave us a better primitive — but the pattern survived because some problems still need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... Comes From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already had ... for variadic functions. C++ reused the notation but made it type-safe and compile-time.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4688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" cy="24688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variadic functions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474720" cy="9144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printf(const char* fmt, ...);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caller passes anything: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 %s", 42, "hello");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Runtime. Type-unsafe.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va_list / va_arg to extract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one by one. Wrong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undefined behavior.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means “zero or more, unknown”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931920" cy="24688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54864" cy="2468880"/>
          </a:xfrm>
          <a:prstGeom prst="rect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C99 variadic macros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3474720" cy="9144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LOG(fmt, ...) \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fprintf(stderr, fmt, \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__VA_ARGS__)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LOG("%d %s", 42, "hello");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Preprocessor. Text substitution.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__VA_ARGS__ pastes the extra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into the output.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checking at all.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520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means “zero or more, text blob”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E1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C++11 reused the same symbol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changed what it means. </a:t>
            </a:r>
            <a:r>
              <a:rPr lang="en-US" sz="13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still means “zero or more” — but now the compiler knows every type and value at compile time. No va_arg, no __VA_ARGS__, no runtime guessing. The visual connection is deliberate: same notation, fundamentally safer.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Placement of ...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symbol, two positions, two meanings. Where you put the ... determines what it does.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164592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type → declare a pack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7315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r>
              <a:rPr lang="en-US" sz="12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Ts
std::size_t</a:t>
            </a:r>
            <a:r>
              <a:rPr lang="en-US" sz="12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“Ts is a pack of zero or more types.”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“Dims is a pack of zero or more values.”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declaration. It creates the pack.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64592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name → expand the pack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3474720" cy="7315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</a:t>
            </a: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514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“Substitute each element here.”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replaces the ... with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comma-separated list of values.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+ ... → apply the pattern to each element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593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(Dims != dynamic_extent)...</a:t>
            </a: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the pattern is (Dims != dynamic_extent)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</a:t>
            </a: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says “apply it to each Dims element”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with ... after the type. Expand with ... after the name. Everything else is a pattern applied to each element.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C++11: Parameter Packs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absorbed the pattern. A pack is a first-class language feature, not a linked list.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46304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" cy="14630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103120" cy="3657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typename... 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... after the type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“zero or more.”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560320" cy="146304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54864" cy="14630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1691640"/>
            <a:ext cx="2103120" cy="3657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... after the name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the whole pack.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560320" cy="146304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54864" cy="1463040"/>
          </a:xfrm>
          <a:prstGeom prst="rect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2103120" cy="3657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sizeof...(Ts)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elements.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constant.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E1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0632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(typelist):
</a:t>
            </a: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Typelist&lt;int, Typelist&lt;double, Typelist&lt;char, NullType&gt;&gt;&gt;
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(pack):
</a:t>
            </a: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template&lt;typename... Ts&gt;  // Ts = int, double, char
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information. No nesting. No NullType. Direct access to the whole list.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Compiler Sees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write </a:t>
            </a: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3, 4, 5&gt;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compiler binds </a:t>
            </a: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 = {3, 4, 5}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 is a compiler-internal ordered list. Not a data structure you can index at runtime.
Not an array. Not a tuple. The compiler holds the elements and substitutes them when you expand.
You cannot write  </a:t>
            </a: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Dims[1]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there is no subscript operator on packs.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4864" cy="15544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with a pack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sizeof...(Dims)          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count: 3
</a:t>
            </a: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                  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expand: 3, 4, 5
</a:t>
            </a: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(Dims + ...)             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fold: ((3 + 4) + 5) = 12
</a:t>
            </a: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f(Dims...)               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call: f(3, 4, 5)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it. Expand it. Fold it. But you cannot index it — that’s the fundamental limitation.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 Expansion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</a:t>
            </a: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expands the pack in place. The compiler substitutes each element. You can apply a pattern to every element.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6400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f(Dims...)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f(3, 4, 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expansion — each element becomes an argument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4864" cy="6400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std::array&lt;size_t, sizeof...(Dims)&gt;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std::array&lt;size_t, 3&gt;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9631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 a type 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4864" cy="6400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(Dims != dynamic_extent)...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(true, true, true)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27355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expansion — apply an expression to each element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54864" cy="6400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g(static_cast&lt;size_t&gt;(args)...)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g(size_t(a), size_t(b), size_t(c))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050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each element with the same operation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before ... is applied to every element. The ... is the expansion operator.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 Expressions (C++17)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 pack to a single value with one operator. No recursion, no helper function.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Unary right fold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(pack op ...)        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(a op (b op c))
</a:t>
            </a: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Unary left fold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 op pack)        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((a op b) op c)
</a:t>
            </a: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Binary right fold (with init)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(pack op ... op init)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(a op (b op (c op init)))
</a:t>
            </a: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Binary left fold (with init)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(init op ... op pack)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(((init op a) op b) op c)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ArrayView: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8046720" cy="16459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all_static_v — are ALL dims compile-time?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((Dims != dynamic_extent) &amp;&amp; ...)       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&amp;&amp; fold
</a:t>
            </a: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rank_dynamic_v — how many are runtime?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 + ... + (Dims == dynamic_extent ? 1 : 0)) 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fold
</a:t>
            </a: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linearOffset — row-major index computation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((offset = offset * extent&lt;Is&gt;() + idx[Is]), ...) 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comma fold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Materializing a Pack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index a pack. But you can turn it into an array and then use a for 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" cy="2286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recursive peeling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474720" cy="12801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the I-th element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template&lt;size_t I, size_t First,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size_t... Rest&gt;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size_t nth()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constexpr (I==0) return First;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return nth&lt;I-1, Rest...&gt;();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template instantiations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element 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54864" cy="22860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materialize + for loop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3474720" cy="12801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Pack → array → loop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consteval size_t dynamic_slot()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constexpr size_t pack[]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{Dims...};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size_t slot = 0;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(size_t k=0; k&lt;I; ++k)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(pack[k]==dyn) ++slot;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slot;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array, one for loop.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recursive instantiations.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E1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size_t pack[] = {Dims...};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one line turns a pack into something you can loop over. The expansion </a:t>
            </a: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{Dims...}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initializes the array with every element.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Composing Packs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can be built up, appended to, and merged. You manipulate them through expansion.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6858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325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Accumulated..., 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Peeler: add N to the right of the growing list. {2} → {2, 3}.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4864" cy="6858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+ pass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148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T*, Rest...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505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KokkosDataType: add * to T, forward the remaining dims unchanged.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4864" cy="685800"/>
          </a:xfrm>
          <a:prstGeom prst="rect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971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nth_pack_element&lt;Is+1, Dims...&gt;()...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2735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subview: use an index sequence to select specific positions from the pack.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54864" cy="685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two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3794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Pack&lt;As..., Bs...&gt;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09651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two packs into one by expanding both inside a single template.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pack operation in ArrayView is one of these four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Breaking Up a Pack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slice a pack directly. Every “break up” operation is an indirect encoding.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" cy="9144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Pattern matching on types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T[N]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strips the outermost extent from an array type. Used by Peeler to peel one dimension at a time. The compiler matches the pattern and decomposes the type — you get T and N as separate template parameters.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4864" cy="9144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Index sequence + nth_pack_element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make_index_sequence&lt;N&gt;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generates {0, 1, ..., N-1}. Use each index to pick specific elements from the pack. subview uses this to drop the first dim: Is = {0, 1} selects dims at positions 1 and 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Fold with conditional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 + ... + (Dims == dyn ? 1 : 0))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apply a predicate to every element and reduce. Not slicing the pack, but filtering it into a value. Used by rank_dynamic_v to count how many dims are runtime.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Limits (C++20)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packs still can’t do — and the workarounds ArrayView uses.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6400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Index: Dims[I]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nth_pack_element&lt;I, Dims...&gt;()  — recursive peeling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C++26: Dims...[I]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768096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4864" cy="64008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Slice: first N elements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sequence + nth_pack_element for each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proposal yet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768096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54864" cy="64008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element at position 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sequence skipping I + nth_pack_element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proposal yet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154680"/>
            <a:ext cx="768096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54864" cy="64008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 elements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sequence with permuted indices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proposal yet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768096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5079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Today (C++20):                               // Future (C++26):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nth_pack_element&lt;2, Dims...&gt;()                  Dims...[2]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Packs Meet TMP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are the data. TMP patterns are the operations. Every stage ahead is a different operation on the same pack.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ArrayView example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/ reduce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expression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rank_dynamic_v, all_static_v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Per-element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nth_pack_element (recursive)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get&lt;I&gt;() in ExtentStorage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Iterate (scan / search)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Materialize + consteval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dynamic_slot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on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specialization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KokkosDataType (dyn vs static)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 into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+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Peeler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 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using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BuildArrayType, KokkosDataType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sequence + expansion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subview (drop first dim)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Dims... is the thread that runs through every stage. The pack is the design.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2353</Words>
  <Application>Microsoft Office PowerPoint</Application>
  <PresentationFormat>On-screen Show (16:9)</PresentationFormat>
  <Paragraphs>214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 Packs</dc:title>
  <dc:subject>PptxGenJS Presentation</dc:subject>
  <dc:creator>ArrayView / ulib</dc:creator>
  <cp:lastModifiedBy>Matthew Schroeder</cp:lastModifiedBy>
  <cp:revision>2</cp:revision>
  <dcterms:created xsi:type="dcterms:W3CDTF">2026-04-09T15:01:42Z</dcterms:created>
  <dcterms:modified xsi:type="dcterms:W3CDTF">2026-04-09T15:04:41Z</dcterms:modified>
</cp:coreProperties>
</file>