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C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651760"/>
            <a:ext cx="9144000" cy="36576"/>
          </a:xfrm>
          <a:prstGeom prst="rect">
            <a:avLst/>
          </a:prstGeom>
          <a:solidFill>
            <a:srgbClr val="3EC6E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73152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we decompose a C array type</a:t>
            </a:r>
            <a:endParaRPr lang="en-US" sz="2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 a dimension pack?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283464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Peeler —</a:t>
            </a:r>
            <a:endParaRPr lang="en-US" sz="3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Choosing the Right Recursion</a:t>
            </a:r>
            <a:endParaRPr lang="en-US" sz="3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C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Code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858000" y="1371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i="1" dirty="0">
                <a:solidFill>
                  <a:srgbClr val="8A9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ArrayView.h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E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decomposition — where we’re headed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lines. That’s the entire implementation.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8046720" cy="2286000"/>
          </a:xfrm>
          <a:prstGeom prst="rect">
            <a:avLst/>
          </a:prstGeom>
          <a:solidFill>
            <a:srgbClr val="0D1A3A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417320"/>
            <a:ext cx="74980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Base case: Array is NOT an array type.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All extents have been accumulated. Define ::type.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template&lt;typename Array, std::size_t... Accumulated&gt;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 Peeler {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using type = ArrayView&lt;std::remove_all_extents_t&lt;Array&gt;,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Accumulated...&gt;;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Recursive case: Array IS still T[N].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Strip [N], append N, inherit. Does NOT define ::type.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template&lt;typename T, std::size_t N, std::size_t... Accumulated&gt;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 Peeler&lt;T[N], Accumulated...&gt;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: Peeler&lt;T, Accumulated..., N&gt; {};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48640" y="38404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Compare: BuildArrayType was 10 lines. KokkosDataType was 15 lines. ExtentStorage was 30+.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Peeler is the simplest TMP mechanism in ArrayView — but it uses a different recursion pattern than anything before it.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Problem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makeArrayView(arr)</a:t>
            </a:r>
            <a:pPr indent="0" marL="0">
              <a:buNone/>
            </a:pPr>
            <a:r>
              <a:rPr lang="en-US" sz="14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needs to convert a C array type into the corresponding ArrayView type.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474720" cy="1097280"/>
          </a:xfrm>
          <a:prstGeom prst="rect">
            <a:avLst/>
          </a:prstGeom>
          <a:solidFill>
            <a:srgbClr val="E8ECF4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71600"/>
            <a:ext cx="54864" cy="1097280"/>
          </a:xfrm>
          <a:prstGeom prst="rect">
            <a:avLst/>
          </a:prstGeom>
          <a:solidFill>
            <a:srgbClr val="3EC6E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41732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a C array type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17373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double[2][3][4]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210312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C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 brackets encode dimensions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931920" y="164592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8A9C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4754880" y="1371600"/>
            <a:ext cx="3931920" cy="1097280"/>
          </a:xfrm>
          <a:prstGeom prst="rect">
            <a:avLst/>
          </a:prstGeom>
          <a:solidFill>
            <a:srgbClr val="E8ECF4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371600"/>
            <a:ext cx="54864" cy="109728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0" y="141732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an ArrayView type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0" y="17373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ArrayView&lt;double, 2, 3, 4&gt;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029200" y="210312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C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parameter pack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743200"/>
            <a:ext cx="8229600" cy="1371600"/>
          </a:xfrm>
          <a:prstGeom prst="rect">
            <a:avLst/>
          </a:prstGeom>
          <a:solidFill>
            <a:srgbClr val="E1E8F5"/>
          </a:solidFill>
          <a:ln/>
        </p:spPr>
      </p:sp>
      <p:sp>
        <p:nvSpPr>
          <p:cNvPr id="16" name="Shape 14"/>
          <p:cNvSpPr/>
          <p:nvPr/>
        </p:nvSpPr>
        <p:spPr>
          <a:xfrm>
            <a:off x="457200" y="2743200"/>
            <a:ext cx="54864" cy="1371600"/>
          </a:xfrm>
          <a:prstGeom prst="rect">
            <a:avLst/>
          </a:prstGeom>
          <a:solidFill>
            <a:srgbClr val="3EC6E0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278892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means decomposing a type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peeling [2], [3], and [4] off the array type and accumulating them as template parameters.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answer is a type (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A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ArrayView&lt;double, 2, 3, 4&gt;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 Like BuildArrayType and KokkosDataType, this requires struct-based recursion.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which recursion pattern? BuildArrayType and KokkosDataType both used nested 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A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type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Peeler can’t — and the reason reveals a fundamental design choice.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C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Inheritance in TMP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struct inherits from another, it gets all the base’s members — including type aliases.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8046720" cy="2286000"/>
          </a:xfrm>
          <a:prstGeom prst="rect">
            <a:avLst/>
          </a:prstGeom>
          <a:solidFill>
            <a:srgbClr val="0D1A3A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325880"/>
            <a:ext cx="74980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A9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Base defines ::type
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 Base {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using type = int;  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defined here
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
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A9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Derived inherits — does NOT define ::type
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 Derived : Base {}; 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// no using type
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A9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But Derived::type works — it’s inherited from Base
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static_assert(std::is_same_v&lt;Derived::type, int&gt;);  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✓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3794760"/>
            <a:ext cx="8229600" cy="685800"/>
          </a:xfrm>
          <a:prstGeom prst="rect">
            <a:avLst/>
          </a:prstGeom>
          <a:solidFill>
            <a:srgbClr val="141C3D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3794760"/>
            <a:ext cx="54864" cy="685800"/>
          </a:xfrm>
          <a:prstGeom prst="rect">
            <a:avLst/>
          </a:prstGeom>
          <a:solidFill>
            <a:srgbClr val="3EC6E0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84048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3E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recursive case inherits from the base case without defining its own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EC6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::type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the base case’s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EC6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::type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propagates upward through the entire chain. Defined once, visible everywhere.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Why Not Nested Using?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recursion pattern depends on one question: does each step transform the result?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3931920" cy="2103120"/>
          </a:xfrm>
          <a:prstGeom prst="rect">
            <a:avLst/>
          </a:prstGeom>
          <a:solidFill>
            <a:srgbClr val="E8ECF4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25880"/>
            <a:ext cx="54864" cy="210312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7160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BuildArrayType / KokkosDataType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1691640"/>
            <a:ext cx="3474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step wraps or modifies the result.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BuildArrayType: inner result is int[5].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level wraps it: int[4][5].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level must define using type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each level changes the answer.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306324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Nested using type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325880"/>
            <a:ext cx="3931920" cy="2103120"/>
          </a:xfrm>
          <a:prstGeom prst="rect">
            <a:avLst/>
          </a:prstGeom>
          <a:solidFill>
            <a:srgbClr val="E8ECF4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325880"/>
            <a:ext cx="54864" cy="210312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37160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Peeler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0" y="1691640"/>
            <a:ext cx="3474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step transforms the result.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step strips one [N] and adds N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 growing list. The answer is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computed once at the bottom.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intermediate level needs to change it.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0" y="306324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Inheritance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461772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Accumulate state downward. Produce the answer once at the bottom. Inherit it back up unchanged.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C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Code: Two Specializations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template (base case) and one partial specialization (recursive case). That’s all.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1371600"/>
          </a:xfrm>
          <a:prstGeom prst="rect">
            <a:avLst/>
          </a:prstGeom>
          <a:solidFill>
            <a:srgbClr val="141C3D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80160"/>
            <a:ext cx="54864" cy="1371600"/>
          </a:xfrm>
          <a:prstGeom prst="rect">
            <a:avLst/>
          </a:prstGeom>
          <a:solidFill>
            <a:srgbClr val="8A9CC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25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C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case — Array is not a C array type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1645920"/>
            <a:ext cx="7680960" cy="640080"/>
          </a:xfrm>
          <a:prstGeom prst="rect">
            <a:avLst/>
          </a:prstGeom>
          <a:solidFill>
            <a:srgbClr val="0D1A3A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16916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template&lt;typename Array, std::size_t... Accumulated&gt;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 Peeler {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using type = ArrayView&lt;std::remove_all_extents_t&lt;Array&gt;, Accumulated...&gt;;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2377440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C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extents accumulated. Defines ::type — the only place it’s defined.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834640"/>
            <a:ext cx="8229600" cy="1371600"/>
          </a:xfrm>
          <a:prstGeom prst="rect">
            <a:avLst/>
          </a:prstGeom>
          <a:solidFill>
            <a:srgbClr val="141C3D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834640"/>
            <a:ext cx="54864" cy="137160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8803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 case — Array matches T[N]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3200400"/>
            <a:ext cx="7680960" cy="411480"/>
          </a:xfrm>
          <a:prstGeom prst="rect">
            <a:avLst/>
          </a:prstGeom>
          <a:solidFill>
            <a:srgbClr val="0D1A3A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21868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template&lt;typename T, std::size_t N, std::size_t... Accumulated&gt;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 Peeler&lt;T[N], Accumulated...&gt; : Peeler&lt;T, Accumulated..., N&gt; {};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1520" y="374904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type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here. Strips [N], appends N to Accumulated, inherits from the next level.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::type propagates up through the inheritance chain from the base case.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461772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Inherit, don’t define. The answer is computed once at the bottom and shared by every level.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Tracing: Peeling the Extents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Peeler&lt;double[2][3][4]&gt;</a:t>
            </a:r>
            <a:pPr indent="0" marL="0">
              <a:buNone/>
            </a:pPr>
            <a:r>
              <a:rPr lang="en-US" sz="13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three extents to strip.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8229600" cy="731520"/>
          </a:xfrm>
          <a:prstGeom prst="rect">
            <a:avLst/>
          </a:prstGeom>
          <a:solidFill>
            <a:srgbClr val="E8ECF4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34440"/>
            <a:ext cx="54864" cy="731520"/>
          </a:xfrm>
          <a:prstGeom prst="rect">
            <a:avLst/>
          </a:prstGeom>
          <a:solidFill>
            <a:srgbClr val="3EC6E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2801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0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463040" y="128016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C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= </a:t>
            </a:r>
            <a:pPr indent="0" marL="0">
              <a:buNone/>
            </a:pPr>
            <a:r>
              <a:rPr lang="en-US" sz="1100" dirty="0">
                <a:solidFill>
                  <a:srgbClr val="1A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double[2][3][4]</a:t>
            </a:r>
            <a:pPr indent="0" marL="0">
              <a:buNone/>
            </a:pPr>
            <a:r>
              <a:rPr lang="en-US" sz="1000" dirty="0">
                <a:solidFill>
                  <a:srgbClr val="8A9C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Acc = {</a:t>
            </a:r>
            <a:pPr indent="0" marL="0">
              <a:buNone/>
            </a:pPr>
            <a:r>
              <a:rPr lang="en-US" sz="1100" dirty="0">
                <a:solidFill>
                  <a:srgbClr val="1A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∅</a:t>
            </a:r>
            <a:pPr indent="0" marL="0">
              <a:buNone/>
            </a:pPr>
            <a:r>
              <a:rPr lang="en-US" sz="1000" dirty="0">
                <a:solidFill>
                  <a:srgbClr val="8A9C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}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155448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C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T=double[3][4], N=2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0" y="155448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A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Peeler&lt;double[3][4], 2&gt;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103120"/>
            <a:ext cx="8229600" cy="731520"/>
          </a:xfrm>
          <a:prstGeom prst="rect">
            <a:avLst/>
          </a:prstGeom>
          <a:solidFill>
            <a:srgbClr val="E8ECF4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103120"/>
            <a:ext cx="54864" cy="731520"/>
          </a:xfrm>
          <a:prstGeom prst="rect">
            <a:avLst/>
          </a:prstGeom>
          <a:solidFill>
            <a:srgbClr val="3EC6E0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1488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463040" y="214884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C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= </a:t>
            </a:r>
            <a:pPr indent="0" marL="0">
              <a:buNone/>
            </a:pPr>
            <a:r>
              <a:rPr lang="en-US" sz="1100" dirty="0">
                <a:solidFill>
                  <a:srgbClr val="1A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double[3][4]</a:t>
            </a:r>
            <a:pPr indent="0" marL="0">
              <a:buNone/>
            </a:pPr>
            <a:r>
              <a:rPr lang="en-US" sz="1000" dirty="0">
                <a:solidFill>
                  <a:srgbClr val="8A9C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Acc = {</a:t>
            </a:r>
            <a:pPr indent="0" marL="0">
              <a:buNone/>
            </a:pPr>
            <a:r>
              <a:rPr lang="en-US" sz="1100" dirty="0">
                <a:solidFill>
                  <a:srgbClr val="1A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indent="0" marL="0">
              <a:buNone/>
            </a:pPr>
            <a:r>
              <a:rPr lang="en-US" sz="1000" dirty="0">
                <a:solidFill>
                  <a:srgbClr val="8A9C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}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31520" y="242316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C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T=double[4], N=3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0" y="242316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A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Peeler&lt;double[4], 2, 3&gt;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971800"/>
            <a:ext cx="8229600" cy="731520"/>
          </a:xfrm>
          <a:prstGeom prst="rect">
            <a:avLst/>
          </a:prstGeom>
          <a:solidFill>
            <a:srgbClr val="E8ECF4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2971800"/>
            <a:ext cx="54864" cy="731520"/>
          </a:xfrm>
          <a:prstGeom prst="rect">
            <a:avLst/>
          </a:prstGeom>
          <a:solidFill>
            <a:srgbClr val="3EC6E0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0175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2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463040" y="301752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C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= </a:t>
            </a:r>
            <a:pPr indent="0" marL="0">
              <a:buNone/>
            </a:pPr>
            <a:r>
              <a:rPr lang="en-US" sz="1100" dirty="0">
                <a:solidFill>
                  <a:srgbClr val="1A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double[4]</a:t>
            </a:r>
            <a:pPr indent="0" marL="0">
              <a:buNone/>
            </a:pPr>
            <a:r>
              <a:rPr lang="en-US" sz="1000" dirty="0">
                <a:solidFill>
                  <a:srgbClr val="8A9C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Acc = {</a:t>
            </a:r>
            <a:pPr indent="0" marL="0">
              <a:buNone/>
            </a:pPr>
            <a:r>
              <a:rPr lang="en-US" sz="1100" dirty="0">
                <a:solidFill>
                  <a:srgbClr val="1A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2, 3</a:t>
            </a:r>
            <a:pPr indent="0" marL="0">
              <a:buNone/>
            </a:pPr>
            <a:r>
              <a:rPr lang="en-US" sz="1000" dirty="0">
                <a:solidFill>
                  <a:srgbClr val="8A9C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}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31520" y="329184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C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T=double, N=4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0" y="329184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A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Peeler&lt;double, 2, 3, 4&gt;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3840480"/>
            <a:ext cx="8229600" cy="731520"/>
          </a:xfrm>
          <a:prstGeom prst="rect">
            <a:avLst/>
          </a:prstGeom>
          <a:solidFill>
            <a:srgbClr val="E8ECF4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3840480"/>
            <a:ext cx="54864" cy="731520"/>
          </a:xfrm>
          <a:prstGeom prst="rect">
            <a:avLst/>
          </a:prstGeom>
          <a:solidFill>
            <a:srgbClr val="FDE68A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38862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463040" y="388620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C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= </a:t>
            </a:r>
            <a:pPr indent="0" marL="0">
              <a:buNone/>
            </a:pPr>
            <a:r>
              <a:rPr lang="en-US" sz="1100" dirty="0">
                <a:solidFill>
                  <a:srgbClr val="1A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pPr indent="0" marL="0">
              <a:buNone/>
            </a:pPr>
            <a:r>
              <a:rPr lang="en-US" sz="1000" dirty="0">
                <a:solidFill>
                  <a:srgbClr val="8A9C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Acc = {</a:t>
            </a:r>
            <a:pPr indent="0" marL="0">
              <a:buNone/>
            </a:pPr>
            <a:r>
              <a:rPr lang="en-US" sz="1100" dirty="0">
                <a:solidFill>
                  <a:srgbClr val="1A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2, 3, 4</a:t>
            </a:r>
            <a:pPr indent="0" marL="0">
              <a:buNone/>
            </a:pPr>
            <a:r>
              <a:rPr lang="en-US" sz="1000" dirty="0">
                <a:solidFill>
                  <a:srgbClr val="8A9C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}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31520" y="416052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C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an array → primary template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0" y="416052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 = ArrayView&lt;double, 2, 3, 4&gt;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48640" y="461772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step strips one [N] from the left, appends N to the right of the accumulator.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C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How ::type Propagates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base case defines type. Every recursive level inherits it without modification.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7680960" cy="594360"/>
          </a:xfrm>
          <a:prstGeom prst="rect">
            <a:avLst/>
          </a:prstGeom>
          <a:solidFill>
            <a:srgbClr val="141C3D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280160"/>
            <a:ext cx="54864" cy="594360"/>
          </a:xfrm>
          <a:prstGeom prst="rect">
            <a:avLst/>
          </a:prstGeom>
          <a:solidFill>
            <a:srgbClr val="FDE68A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325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Peeler&lt;double, 2, 3, 4&gt;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05840" y="1600200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C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case — defines using type = ArrayView&lt;double, 2, 3, 4&gt;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0" y="178308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C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inherits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31520" y="2057400"/>
            <a:ext cx="7680960" cy="594360"/>
          </a:xfrm>
          <a:prstGeom prst="rect">
            <a:avLst/>
          </a:prstGeom>
          <a:solidFill>
            <a:srgbClr val="141C3D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31520" y="2057400"/>
            <a:ext cx="54864" cy="59436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1031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Peeler&lt;double[4], 2, 3&gt;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05840" y="2377440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C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Inherits from above — no ::type of its own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858000" y="256032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C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inherits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31520" y="2834640"/>
            <a:ext cx="7680960" cy="594360"/>
          </a:xfrm>
          <a:prstGeom prst="rect">
            <a:avLst/>
          </a:prstGeom>
          <a:solidFill>
            <a:srgbClr val="141C3D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31520" y="2834640"/>
            <a:ext cx="54864" cy="59436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28803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Peeler&lt;double[3][4], 2&gt;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05840" y="3154680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C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Inherits from above — no ::type of its own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858000" y="333756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C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inherits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31520" y="3611880"/>
            <a:ext cx="7680960" cy="594360"/>
          </a:xfrm>
          <a:prstGeom prst="rect">
            <a:avLst/>
          </a:prstGeom>
          <a:solidFill>
            <a:srgbClr val="141C3D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31520" y="3611880"/>
            <a:ext cx="54864" cy="594360"/>
          </a:xfrm>
          <a:prstGeom prst="rect">
            <a:avLst/>
          </a:prstGeom>
          <a:solidFill>
            <a:srgbClr val="3EC6E0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3657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Peeler&lt;double[2][3][4]&gt;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05840" y="3931920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C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Inherits from above — ::type = ArrayView&lt;double, 2, 3, 4&gt;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4480560"/>
            <a:ext cx="8229600" cy="411480"/>
          </a:xfrm>
          <a:prstGeom prst="rect">
            <a:avLst/>
          </a:prstGeom>
          <a:solidFill>
            <a:srgbClr val="0D1A3A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4507992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Peeler&lt;double[2][3][4]&gt;::type  =  </a:t>
            </a:r>
            <a:pPr indent="0" marL="0">
              <a:buNone/>
            </a:pPr>
            <a:r>
              <a:rPr lang="en-US" sz="1200" b="1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ArrayView&lt;double, 2, 3, 4&gt;  ✓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Why Accumulation Order Matters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recursive case appends N to the right of the pack. This determines dimension ordering.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931920" cy="2286000"/>
          </a:xfrm>
          <a:prstGeom prst="rect">
            <a:avLst/>
          </a:prstGeom>
          <a:solidFill>
            <a:srgbClr val="E8ECF4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71600"/>
            <a:ext cx="54864" cy="228600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41732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Accumulated..., N  (append right)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1737360"/>
            <a:ext cx="3474720" cy="1188720"/>
          </a:xfrm>
          <a:prstGeom prst="rect">
            <a:avLst/>
          </a:prstGeom>
          <a:solidFill>
            <a:srgbClr val="141C3D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178308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strip [2]: Acc = {2}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strip [3]: Acc = {2, 3}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strip [4]: Acc = {2, 3, 4}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Result: ArrayView&lt;double, 2, 3, 4&gt;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310896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Outermost dim first — correct. ✓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371600"/>
            <a:ext cx="3931920" cy="2286000"/>
          </a:xfrm>
          <a:prstGeom prst="rect">
            <a:avLst/>
          </a:prstGeom>
          <a:solidFill>
            <a:srgbClr val="E8ECF4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371600"/>
            <a:ext cx="54864" cy="22860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0" y="141732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N, Accumulated...  (prepend left)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0" y="1737360"/>
            <a:ext cx="3474720" cy="1188720"/>
          </a:xfrm>
          <a:prstGeom prst="rect">
            <a:avLst/>
          </a:prstGeom>
          <a:solidFill>
            <a:srgbClr val="141C3D"/>
          </a:solidFill>
          <a:ln/>
        </p:spPr>
      </p:sp>
      <p:sp>
        <p:nvSpPr>
          <p:cNvPr id="14" name="Text 12"/>
          <p:cNvSpPr/>
          <p:nvPr/>
        </p:nvSpPr>
        <p:spPr>
          <a:xfrm>
            <a:off x="5212080" y="178308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strip [2]: Acc = {2}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strip [3]: Acc = {3, 2}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strip [4]: Acc = {4, 3, 2}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Result: ArrayView&lt;double, 4, 3, 2&gt;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029200" y="310896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Reversed — wrong. ✗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461772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 right preserves order: the first extent stripped (outermost) ends up first in the pack.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C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Two Patterns Side by Side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type-computation in ArrayView uses one of these two patterns. The choice reduces to one question.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3063240"/>
                <a:gridCol w="306324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41C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C6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41C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Inheritance (Peeler)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C6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41C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Nested using (BuildArrayType)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C6E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 ::type defined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 case only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level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5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Recursive step does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: Base&lt;...&gt;  (inherit)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using type = inner::type[First]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3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Information flow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Accumulates state downward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Transforms result upward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5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 case produces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 answer (used as-is)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Seed value (wrapped above)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3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when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step modifies result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Each step wraps/transforms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50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977640"/>
            <a:ext cx="8229600" cy="502920"/>
          </a:xfrm>
          <a:prstGeom prst="rect">
            <a:avLst/>
          </a:prstGeom>
          <a:solidFill>
            <a:srgbClr val="0D1A3A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402336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question: </a:t>
            </a:r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each recursive step need to modify the result?  </a:t>
            </a:r>
            <a:pPr indent="0" marL="0">
              <a:buNone/>
            </a:pPr>
            <a:r>
              <a:rPr lang="en-US" sz="1300" b="1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→ nested using.  No → inheritance.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C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Code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858000" y="1371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i="1" dirty="0">
                <a:solidFill>
                  <a:srgbClr val="8A9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ArrayView.h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E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decomposition — now you can read it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74320" y="914400"/>
            <a:ext cx="53035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Base case: Array is NOT an array type.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All extents accumulated. Define ::type here — the ONLY place.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template&lt;typename Array, std::size_t... Accumulated&gt;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 Peeler {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using type = ArrayView&lt;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std::remove_all_extents_t&lt;Array&gt;,  // scalar element type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Accumulated...                     // all stripped dims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&gt;;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Recursive case: Array IS still T[N].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Strip outermost [N], append N to accumulator, inherit.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Does NOT define ::type — inherited from base.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template&lt;typename T, std::size_t N, std::size_t... Accumulated&gt;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 Peeler&lt;T[N], Accumulated...&gt;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: Peeler&lt;T, Accumulated..., N&gt;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      └ stripped    └ append right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{};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760720" y="914400"/>
            <a:ext cx="18288" cy="3657600"/>
          </a:xfrm>
          <a:prstGeom prst="rect">
            <a:avLst/>
          </a:prstGeom>
          <a:solidFill>
            <a:srgbClr val="8A9CC5"/>
          </a:solidFill>
          <a:ln/>
        </p:spPr>
      </p:sp>
      <p:sp>
        <p:nvSpPr>
          <p:cNvPr id="7" name="Text 5"/>
          <p:cNvSpPr/>
          <p:nvPr/>
        </p:nvSpPr>
        <p:spPr>
          <a:xfrm>
            <a:off x="5989320" y="914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89320" y="13258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EC6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double[4]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989320" y="152704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ArrayView&lt;double, 4&gt;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989320" y="17282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C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989320" y="20116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EC6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int[3][4]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89320" y="221284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ArrayView&lt;int, 3, 4&gt;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989320" y="24140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C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989320" y="26974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EC6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double[2][3][4]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989320" y="289864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ArrayView&lt;double, 2, 3, 4&gt;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989320" y="30998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C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989320" y="33832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EC6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float[5][6][7][8]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989320" y="358444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ArrayView&lt;float, 5, 6, 7, 8&gt;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989320" y="37856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C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4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989320" y="40690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EC6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double[3]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989320" y="427024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ArrayView&lt;const double, 3&gt;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989320" y="44714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C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const-correct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Peeler — Choosing the Right Recursion</dc:title>
  <dc:subject>PptxGenJS Presentation</dc:subject>
  <dc:creator>ArrayView / ulib</dc:creator>
  <cp:lastModifiedBy>ArrayView / ulib</cp:lastModifiedBy>
  <cp:revision>1</cp:revision>
  <dcterms:created xsi:type="dcterms:W3CDTF">2026-04-09T06:52:57Z</dcterms:created>
  <dcterms:modified xsi:type="dcterms:W3CDTF">2026-04-09T06:52:57Z</dcterms:modified>
</cp:coreProperties>
</file>