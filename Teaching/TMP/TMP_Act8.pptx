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instantiating a dynamic ArrayView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compilation before any constraint can help?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void&amp; Hard Error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Recap: Where void Came From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 introduced SafeArrayT. When any dimension is dynamic, it returns void instead of a C array type.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32004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SafeArrayT&lt;double, 3, 4&gt; = double[3][4]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BuildArrayType fires. Valid type.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128016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280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dynamic dims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7190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SafeArrayT&lt;double, dyn, 4&gt; = void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148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fails. Poison pill returned.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E1E8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void is intentional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dynamic view has no corresponding C array type, so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should be unusable.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void creates a problem that Act 3 deferred: the C-array constructor uses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its parameter list.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was the right answer for SafeArrayT. The problem is what happens when the constructor tries to use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Trap: Direct Parameter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C-array constructor took array_type&amp; directly: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TRAP: direct parameter type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ArrayView(array_type&amp; arr) noexcept;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void&amp; when dynamic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compiler does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instantiation begins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Someone writes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ArrayView&lt;double, dyn, 4&gt;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compiler processes all member declarations.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parameter type is formed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compiler sees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array_type&amp;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array_type is void. It forms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void&amp;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error — compilation dies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void&amp; is illegal in C++. The compiler stops. It never reaches the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requires(all_static)</a:t>
            </a:r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constraint that would have rejected this constructor. Dead before SFINAE can help.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Phases of Compilation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distinction: when does the compiler evaluate the constructor’s parameter type?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2286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Class instantiation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write ArrayView&lt;double, dyn, 4&gt;,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sets up the entire class: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 types, all member declarations,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constructor signatures.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type in a constructor signature is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(like void&amp;), compilation fails here.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constraint can save you — constraints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evaluated later.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errors happen 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3931920" cy="22860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2588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Overload resolution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calls a constructor,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picks the best match.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parameters are substituted.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(requires) are evaluated.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substitution fails, the constructor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silently removed from consideration.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SFINAE — Substitution Failure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An Error.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3375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SFINAE can save you here.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void&amp; forms during Phase 1. Constraints run during Phase 2. The error strikes before the fix can apply.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SFINAE?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Failure Is Not An Error — if a template substitution produces an invalid type, the compiler discards that overload instead of stopping.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overloads: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T&gt;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typename T::value_type  process(T x);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#1: requires T::value_type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process(double x);             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#2: always valid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process(3.14); 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T=double, double::value_type doesn't exist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// #1 fails substitution → silently discarded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// #2 matches → called. No error.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429000"/>
            <a:ext cx="54864" cy="100584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SFINAE only works during overload resolution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(Phase 2). The invalid type must be formed as part of template argument substitution for a specific function call.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invalid type is formed during class instantiation (Phase 1) — as part of setting up the class itself — SFINAE doesn’t apply. It’s a hard error.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Fix: Template Indirection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dangerous type from Phase 1 (class setup) to Phase 2 (overload resolution).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31920" cy="13716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— direct parameter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3474720" cy="5029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ArrayView(array_type&amp; arr);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void&amp; formed during class setup.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Compilation dies.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array_type&amp; evaluated in Phase 1.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escape.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3931920" cy="1371600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54864" cy="1371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71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template parameter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3474720" cy="50292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ArrayView(Array&amp; arr);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Array&amp; is always legal.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void&amp; never formed.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is only bound when someone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B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constructor (Phase 2).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141C3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9718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actual ArrayView constructor: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(kRank &gt;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&amp;&amp; all_static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&amp;&amp; std::is_convertible_v&lt;Array&amp;, array_type&amp;&gt;)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ArrayView(Array&amp; arr) noexcept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mData{detail::flatPtr(arr)}, mExtents{}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mentions array_type&amp; — but it’s only evaluated when someone calls the constructor, after class setup is done.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the Constraint Is Safe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requires clause mentions array_type&amp; — isn’t that still void&amp;?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3EC6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 (kRank &gt; 0 &amp;&amp; </a:t>
            </a:r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all_static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std::is_convertible_v&lt;Array&amp;, array_type&amp;&gt;)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evaluated left to right with short-circuit semantics.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dynamic view: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all_static = false</a:t>
            </a:r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short-circuits.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EC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is_convertible_v&lt;Array&amp;, void&amp;&gt;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never evaluated.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fails. The constructor is discarded. void&amp; is never formed.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31920" cy="10972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2608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template parameter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46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type formation from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setup to overload resolution.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void&amp; is never formed in the class.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141C3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926080"/>
            <a:ext cx="54864" cy="10972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971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all_static &amp;&amp;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Short-circuits before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is_convertible can form void&amp;.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check never runs.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indirection + short-circuit constraint = void&amp; is never formed at any phase.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0" y="137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ArrayView.h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indirection — now you can read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8595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array_type is void when any dim is dynamic (SafeArrayT)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we wrote: ArrayView(array_type&amp; arr) — void&amp; during class setup → hard error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Instead: template parameter defers type formation to overload resolution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template&lt;typename Array&gt;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(kRank &gt; 0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&amp;&amp; all_static   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gates everything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&amp;&amp; std::is_convertible_v&lt;Array&amp;,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array_type&amp;&gt;)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safe: only reached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all_static is true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constexpr ArrayView(Array&amp; arr) noexcept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mData{detail::flatPtr(arr)}, mExtents{}
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D1A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Comment in the actual source: </a:t>
            </a:r>
            <a:pPr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"Uses a template parameter to avoid forming void&amp; when array_type is void for dynamic specializations."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void&amp; Hard Error</dc:title>
  <dc:subject>PptxGenJS Presentation</dc:subject>
  <dc:creator>ArrayView / ulib</dc:creator>
  <cp:lastModifiedBy>ArrayView / ulib</cp:lastModifiedBy>
  <cp:revision>1</cp:revision>
  <dcterms:created xsi:type="dcterms:W3CDTF">2026-04-09T15:12:28Z</dcterms:created>
  <dcterms:modified xsi:type="dcterms:W3CDTF">2026-04-09T15:12:28Z</dcterms:modified>
</cp:coreProperties>
</file>