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44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0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10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turn a list of dimensions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into a C array type?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2560320"/>
            <a:ext cx="7863840" cy="36576"/>
          </a:xfrm>
          <a:prstGeom prst="rect">
            <a:avLst/>
          </a:prstGeom>
          <a:solidFill>
            <a:srgbClr val="26C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</a:t>
            </a: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Inside-Out Trap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ArrayView.h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reconstruction — where we're headed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
struct BuildArrayType;
template&lt;typename T&gt;
struct BuildArrayType&lt;T&gt; { using type = T; };
template&lt;typename T, std::size_t First, std::size_t... Rest&gt;
struct BuildArrayType&lt;T, First, Rest...&gt; {
    using type = typename BuildArrayType&lt;T, Rest...&gt;::type[First];
};
template&lt;typename T, std::size_t... Dims&gt;
using BuildArrayT = typename BuildArrayType&lt;T, Dims...&gt;::type;
template&lt;typename T, std::size_t... Dims&gt;
struct SafeArrayTypeImpl { using type = void; };
template&lt;typename T, std::size_t... Dims&gt;
    requires ((Dims != dynamic_extent) &amp;&amp; ...)
struct SafeArrayTypeImpl&lt;T, Dims...&gt; {
    using type = BuildArrayT&lt;T, Dims...&gt;;
};
template&lt;typename T, std::size_t... Dims&gt;
using SafeArrayT = typename SafeArrayTypeImpl&lt;T, Dims...&gt;::type;
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474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
class ArrayView
{
    static constexpr bool all_static =
                            detail::all_static_v&lt;Dims...&gt;;
public:
    using element_type = T;
    using size_type    = std::size_t;
    using array_type =
        detail::SafeArrayT&lt;element_type, Dims...&gt;;
private:
    static constexpr size_type kRank = sizeof...(Dims);
    T* mData;
    ULIB_NO_UNIQUE_ADDRESS
      detail::ExtentStorage&lt;Dims...&gt; mExtents;
public:
    template&lt;typename Array&gt;
        requires (kRank &gt; 0 &amp;&amp; all_static
              &amp;&amp; std::is_convertible_v&lt;Array&amp;, array_type&amp;&gt;)
    constexpr ArrayView(Array&amp; arr) noexcept
        : mData{detail::flatPtr(arr)}, mExtents{}
    {}
};
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Need This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1371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C-array constructor needs a parameter type.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758952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int, 3, 4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7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needs parameter  </a:t>
            </a: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int(&amp;)[3][4]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73152" cy="1371600"/>
          </a:xfrm>
          <a:prstGeom prst="rect">
            <a:avLst/>
          </a:prstGeom>
          <a:solidFill>
            <a:srgbClr val="26C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C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Kokkos bridge needs a DataType template parameter.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758952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2004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</a:t>
            </a: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double[64][64]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HostSpace, Unmanaged&gt;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73152" cy="5029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Both need to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 C array type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from an element type + a dimension pack. The answer </a:t>
            </a:r>
            <a:r>
              <a:rPr lang="en-US" sz="13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a type, not a value.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 Need Different Machinery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Act 2 computed </a:t>
            </a:r>
            <a:r>
              <a:rPr lang="en-US" sz="14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numbers like slot indices and dynamic counts.  Act 3 computes </a:t>
            </a: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94760" cy="3657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computation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794760" cy="1703332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429000" cy="16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dynamic_slot: a for loop
</a:t>
            </a:r>
            <a:r>
              <a:rPr lang="en-US" sz="11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consteval </a:t>
            </a:r>
            <a:r>
              <a:rPr lang="en-US" sz="11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dynamic_slot() {
    size_t slot = 0;
</a:t>
            </a:r>
            <a:r>
              <a:rPr lang="en-US" sz="11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</a:t>
            </a:r>
            <a:r>
              <a:rPr lang="en-US" sz="11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(size_t k=0; k&lt;I; ++k)
        if (pack[k]==dyn) ++slot;
    return slot;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6692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answer is a </a:t>
            </a:r>
            <a:r>
              <a:rPr lang="en-US" sz="12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</a:t>
            </a: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C++ lets you write </a:t>
            </a:r>
            <a:r>
              <a:rPr lang="en-US" sz="12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loops, </a:t>
            </a:r>
            <a:r>
              <a:rPr lang="en-US" sz="12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branches,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arithmetic on values at compile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379476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computation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965960"/>
            <a:ext cx="3794760" cy="1703332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9659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for loop for types
// No + operator on types
// No if that returns a type
</a:t>
            </a:r>
            <a:r>
              <a:rPr lang="en-US" sz="11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type result = int;
result = result[5];  </a:t>
            </a:r>
            <a:r>
              <a:rPr lang="en-US" sz="11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C++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36692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answer is a </a:t>
            </a:r>
            <a:r>
              <a:rPr lang="en-US" sz="12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like </a:t>
            </a:r>
            <a:r>
              <a:rPr lang="en-US" sz="12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int[3][4][5]</a:t>
            </a: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has no syntax for building types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loops or arithmetic.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answer is a type, you need struct templates with partial specialization.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0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ArrayView.h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543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specializations — a base case and a recursive case: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285750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65860"/>
            <a:ext cx="7680960" cy="273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T, 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std::size_t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Dims&gt;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struct </a:t>
            </a: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BuildArrayType;
</a:t>
            </a:r>
            <a:r>
              <a:rPr lang="en-US" sz="9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case: no more dimensions. The type is just T.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T&gt;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struct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BuildArrayType&lt;T&gt; {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using </a:t>
            </a: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T;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};
</a:t>
            </a:r>
            <a:r>
              <a:rPr lang="en-US" sz="9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case: strip first dim, recurse, then wrap.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T, 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std::size_t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First, 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std::size_t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Rest&gt;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struct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BuildArrayType&lt;T, First, Rest...&gt; {
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using 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type = </a:t>
            </a: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 BuildArrayType&lt;T, Rest...&gt;::type[First];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4139609"/>
            <a:ext cx="8046720" cy="878958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4182137"/>
            <a:ext cx="73152" cy="836430"/>
          </a:xfrm>
          <a:prstGeom prst="rect">
            <a:avLst/>
          </a:prstGeom>
          <a:solidFill>
            <a:srgbClr val="26C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182137"/>
            <a:ext cx="7589520" cy="752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critical line: </a:t>
            </a:r>
            <a:r>
              <a:rPr lang="en-US" sz="125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BuildArrayType&lt;T, Rest...&gt;::type[First]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First compute the type for remaining dims,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r>
              <a:rPr lang="en-US" sz="12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wrap that result with [First]. Wrapping happens after recursion returns.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Descent: Strip Dims Left to Right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BuildArrayType&lt;int, 3, 4, 5&gt;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the compiler instantiates each level, stripping one dim: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400800" cy="6400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" cy="64008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BuildArrayType&lt;int, 3, 4, 5&gt;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First=3, Rest={4,5}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strip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6400800" cy="6400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73152" cy="64008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BuildArrayType&lt;int, 4, 5&gt;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First=4, Rest={5}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strip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154680"/>
            <a:ext cx="6400800" cy="6400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3154680"/>
            <a:ext cx="73152" cy="64008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BuildArrayType&lt;int, 5&gt;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First=5, Rest=∅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371600" y="3813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strip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069080"/>
            <a:ext cx="6400800" cy="6400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4069080"/>
            <a:ext cx="73152" cy="6400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BuildArrayType&lt;int&gt;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45920" y="43891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type = int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strips the first dimension and asks the next level for its answer.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Ascent: Wrap Types Inside 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compiler unwinds. Each level wraps the inner result with its [First]: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3152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59436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73152" cy="594360"/>
          </a:xfrm>
          <a:prstGeom prst="rect">
            <a:avLst/>
          </a:prstGeom>
          <a:solidFill>
            <a:srgbClr val="854F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[5]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194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int[5]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59436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73152" cy="594360"/>
          </a:xfrm>
          <a:prstGeom prst="rect">
            <a:avLst/>
          </a:prstGeom>
          <a:solidFill>
            <a:srgbClr val="854F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[4]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int[4][5]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73152" cy="594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[3]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int[3][4][5]  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 stripped first but wrapped last — it ends up outermost.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Dimensions Come Out Right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" cy="777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This trips up every reader. </a:t>
            </a: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wrapped last, but </a:t>
            </a:r>
            <a:r>
              <a:rPr lang="en-US" sz="13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int[3][4][5]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has 3 outermost. Backward? 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 array syntax nests right-to-left.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wrapping with type aliases: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using 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 = int[5];</a:t>
            </a: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// BuildArrayType&lt;int, 5&gt;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using 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= Inner[4];</a:t>
            </a: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// "array of 4 of Inner" = int[4][5]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using 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  = Middle[3];</a:t>
            </a: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// "array of 3 of Middle" = int[3][4][5]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8686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Each  </a:t>
            </a:r>
            <a:r>
              <a:rPr lang="en-US" sz="13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[N]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wrapping produces "array of N of the-previous-type" — placing N as the </a:t>
            </a: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outermost</a:t>
            </a: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dimension.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3 is stripped first and wrapped last, it ends up outermost. The inside-out recursion matches C array syntax exactly.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Level Defines Its Own type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" cy="10058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specialization — not just the base case — defines </a:t>
            </a:r>
            <a:r>
              <a:rPr lang="en-US" sz="14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type</a:t>
            </a: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recursive case says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inner::type[First]</a:t>
            </a: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Each level </a:t>
            </a: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the inner result by wrapping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3152" cy="12344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can't BuildArrayType use inheritance?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If the recursive case </a:t>
            </a: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from the base case, it would get the base case's type unchanged — </a:t>
            </a:r>
            <a:r>
              <a:rPr lang="en-US" sz="12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and could not wrap it with [3]. Inheritance propagates </a:t>
            </a:r>
            <a:r>
              <a:rPr lang="en-US" sz="12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without modification. When each level needs to modify the result, each level must define its own </a:t>
            </a:r>
            <a:r>
              <a:rPr lang="en-US" sz="12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73152" cy="6400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of two recursion patterns. The second — inheritance without per-level modification — appears later when we meet Peeler.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using = each level transforms.  Inheritance = base case produces, levels pass through.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SafeArrayT: The Guard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" cy="1143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 with dynamic_extent?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2174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BuildArrayType&lt;int, SIZE_MAX, 4&gt;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recursion wraps [4], then wraps [SIZE_MAX].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compiler tries to form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int[18,446,744,073,709,551,615][4]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Hard error.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check before calling BuildArrayType.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8046720" cy="239126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768096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Default: type = void (prevent BuildArrayType)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T, 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std::size_t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Dims&gt;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struct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SafeArrayTypeImpl { 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using </a:t>
            </a: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void;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};
</a:t>
            </a: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Constrained: only when ALL dims are static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T, 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std::size_t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Dims&gt;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requires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((Dims != dynamic_extent) &amp;&amp; ...)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struct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SafeArrayTypeImpl&lt;T, Dims...&gt; {
</a:t>
            </a: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using </a:t>
            </a: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BuildArrayT&lt;T, Dims...&gt;;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void Poison Pill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All static — </a:t>
            </a:r>
            <a:r>
              <a:rPr lang="en-US" sz="13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3, 4&gt;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337560" cy="4572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SafeArrayT&lt;double, 3, 4&gt;
</a:t>
            </a:r>
            <a:r>
              <a:rPr lang="en-US" sz="11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double[3][4]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passes. BuildArrayType fires.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73152" cy="15544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Dynamic — </a:t>
            </a: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4&gt;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3337560" cy="4572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SafeArrayT&lt;double, dyn, 4&gt;
</a:t>
            </a: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void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fails. Primary template → void.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8046720" cy="11201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73152" cy="109728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</a:t>
            </a:r>
            <a:r>
              <a:rPr lang="en-US" sz="125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intentional — it's a poison pill. A view with dynamic dims has no corresponding C array type, so </a:t>
            </a:r>
            <a:r>
              <a:rPr lang="en-US" sz="12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should be unusable.
</a:t>
            </a:r>
            <a:r>
              <a:rPr lang="en-US" sz="1250" dirty="0" err="1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</a:t>
            </a:r>
            <a:r>
              <a:rPr lang="en-US" sz="12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&lt;double, 3, 4&gt;::array_type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=  </a:t>
            </a:r>
            <a:r>
              <a:rPr lang="en-US" sz="125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double[3][4]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4&gt;::array_type</a:t>
            </a:r>
            <a:r>
              <a:rPr lang="en-US" sz="125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=  </a:t>
            </a:r>
            <a:r>
              <a:rPr lang="en-US" sz="125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void will cause trouble. The C-array constructor's parameter becomes void&amp; — which is illegal.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problem and its fix come later.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Constructor Uses array_type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C-array constructor doesn't take </a:t>
            </a:r>
            <a:r>
              <a:rPr lang="en-US" sz="13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array_type&amp;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directly. It uses a template parameter with a constraint: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46304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Array&gt;
    requires (kRank &gt; 0
              &amp;&amp; </a:t>
            </a:r>
            <a:r>
              <a:rPr lang="en-US" sz="9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all_static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</a:t>
            </a: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must be all-static</a:t>
            </a: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&amp;&amp; </a:t>
            </a:r>
            <a:r>
              <a:rPr lang="en-US" sz="9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std::is_convertible_v&lt;Array&amp;, array_type&amp;&gt;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Array must match</a:t>
            </a: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)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ArrayView(Array&amp; arr) noexcept
</a:t>
            </a: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: mData{detail::flatPtr(arr)}, mExtents{}
{}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794760" cy="105156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73152" cy="10515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all_static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gates everything.
For dynamic views this is </a:t>
            </a:r>
            <a:r>
              <a:rPr lang="en-US" sz="11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
The constraint fails during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resolution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
the constructor is discarded, not instantiated.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2880360"/>
            <a:ext cx="3794760" cy="105156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2880360"/>
            <a:ext cx="73152" cy="1051560"/>
          </a:xfrm>
          <a:prstGeom prst="rect">
            <a:avLst/>
          </a:prstGeom>
          <a:solidFill>
            <a:srgbClr val="26C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is_convertible_v&lt;Array&amp;, array_type&amp;&gt;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"Can the argument be used as this array type?"
</a:t>
            </a:r>
            <a:r>
              <a:rPr lang="en-US" sz="11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 convertible to </a:t>
            </a:r>
            <a:r>
              <a:rPr lang="en-US" sz="11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double[3][4]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Only if types match.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all_static &amp;&amp; is_convertible — the first check protects the second from void&amp;.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not just write  </a:t>
            </a:r>
            <a:r>
              <a:rPr lang="en-US" sz="11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ArrayView(array_type&amp; arr)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directly?  Because when array_type is void,</a:t>
            </a:r>
            <a:r>
              <a:rPr lang="en-US" sz="11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void&amp;</a:t>
            </a: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forms during class instantiation — a hard error, before any constraint can help.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ArrayView.h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reconstruction — now you can read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reconstruct C array type T[D1][D2]...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
struct BuildArrayType;
</a:t>
            </a: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base: just T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
struct BuildArrayType&lt;T&gt; { using type = T; };
</a:t>
            </a: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recursive: each level wraps inner result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First, std::size_t... Rest&gt;
struct BuildArrayType&lt;T, First, Rest...&gt; {
    using type = typename BuildArrayType&lt;T, Rest...&gt;::type[First];
};
template&lt;typename T, std::size_t... Dims&gt;
using BuildArrayT = typename BuildArrayType&lt;T, Dims...&gt;::type;
</a:t>
            </a: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guard: prevent SIZE_MAX array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
struct SafeArrayTypeImpl { using type = void; };</a:t>
            </a: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void poison pill
// constrained: only when all static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
    requires ((Dims != dynamic_extent) &amp;&amp; ...)
struct SafeArrayTypeImpl&lt;T, Dims...&gt; {
    using type = BuildArrayT&lt;T, Dims...&gt;;
};
template&lt;typename T, std::size_t... Dims&gt;
using SafeArrayT = typename SafeArrayTypeImpl&lt;T, Dims...&gt;::type;
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474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
class ArrayView
{
    static constexpr bool all_static =
                            detail::all_static_v&lt;Dims...&gt;;
public:
    using element_type = T;
    using size_type    = std::size_t;
</a:t>
            </a: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SafeArrayT: double[3][4] or void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using array_type =
        detail::SafeArrayT&lt;element_type, Dims...&gt;;
private:
    static constexpr size_type kRank = sizeof...(Dims);
    T* mData;
    ULIB_NO_UNIQUE_ADDRESS
      detail::ExtentStorage&lt;Dims...&gt; mExtents;
public:
</a:t>
            </a:r>
            <a:r>
              <a:rPr lang="en-US" sz="7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template param avoids void&amp; hard error
</a:t>
            </a:r>
            <a:r>
              <a:rPr lang="en-US" sz="7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template&lt;typename Array&gt;
        requires (kRank &gt; 0 &amp;&amp; all_static
              &amp;&amp; std::is_convertible_v&lt;Array&amp;, array_type&amp;&gt;)
    constexpr ArrayView(Array&amp; arr) noexcept
        : mData{detail::flatPtr(arr)}, mExtents{}
    {}
};
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Full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4300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11430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15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ArrayView&lt;int, 3, 4, 5&gt;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BuildArrayType&lt;int, 3, 4, 5&gt;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 base = int → wrap [5] → wrap [4] → wrap [3]  →  </a:t>
            </a:r>
            <a:r>
              <a:rPr lang="en-US" sz="11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int[3][4][5]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SafeArrayT: all_static_v = </a:t>
            </a:r>
            <a:r>
              <a:rPr lang="en-US" sz="11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 constraint passes  →  </a:t>
            </a: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 = int[3][4][5]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Constructor: is_convertible_v&lt;int(&amp;)[3][4][5], int(&amp;)[3][4][5]&gt; = </a:t>
            </a:r>
            <a:r>
              <a:rPr lang="en-US" sz="11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14300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73152" cy="1143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441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4&gt;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SafeArrayT: all_static_v = </a:t>
            </a: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→  constraint fails  →  primary template  →  </a:t>
            </a: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 = void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BuildArrayType&lt;double, SIZE_MAX, 4&gt;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</a:t>
            </a: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instantiated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the guard prevented the hard 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Constructor: all_static = false  →  constraint fails  →  </a:t>
            </a: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 removed from overload set 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(std::is_same_v&lt;detail::BuildArrayT&lt;int, 3, 4&gt;,  </a:t>
            </a:r>
            <a:r>
              <a:rPr lang="en-US" sz="10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&gt;);
</a:t>
            </a:r>
            <a:r>
              <a:rPr lang="en-US" sz="10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(std::is_same_v&lt;detail::SafeArrayT&lt;int, 3, 4&gt;,   </a:t>
            </a:r>
            <a:r>
              <a:rPr lang="en-US" sz="105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&gt;);
</a:t>
            </a:r>
            <a:r>
              <a:rPr lang="en-US" sz="1050" dirty="0">
                <a:solidFill>
                  <a:srgbClr val="4DD0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(std::is_same_v&lt;detail::SafeArrayT&lt;int, dyn, 4&gt;, </a:t>
            </a: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5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All-static: type reconstructed, constructor viable.  Dynamic: void poison, constructor removed.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2715</Words>
  <Application>Microsoft Office PowerPoint</Application>
  <PresentationFormat>On-screen Show (16:9)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 3 — BuildArrayType: The Inside-Out Trap</dc:title>
  <dc:subject>PptxGenJS Presentation</dc:subject>
  <dc:creator>ulib</dc:creator>
  <cp:lastModifiedBy>Matthew Schroeder</cp:lastModifiedBy>
  <cp:revision>4</cp:revision>
  <dcterms:created xsi:type="dcterms:W3CDTF">2026-04-06T06:23:03Z</dcterms:created>
  <dcterms:modified xsi:type="dcterms:W3CDTF">2026-04-06T07:07:49Z</dcterms:modified>
</cp:coreProperties>
</file>