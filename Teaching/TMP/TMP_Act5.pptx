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6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map a dimension pack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Kokkos type encoding?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 —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conditional_t Trap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encoding — where we’re headed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553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KokkosDataType&lt;T&gt;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Rest&gt;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dynamic_extent, Rest...&gt;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</a:t>
            </a:r>
            <a:r>
              <a:rPr lang="en-US" sz="9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KokkosDataType&lt;T*, Rest...&gt;::type;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std::size_t... Rest&gt;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First, Rest...&gt;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static_assert(First != dynamic_extent);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typename KokkosDataType&lt;T, Rest...&gt;::type[First];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</a:t>
            </a:r>
            <a:r>
              <a:rPr lang="en-US" sz="9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KokkosDataType_t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r>
              <a:rPr lang="en-US" sz="950" dirty="0"/>
              <a:t> </a:t>
            </a:r>
            <a:r>
              <a:rPr lang="en-US" sz="9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KokkosDataType&lt;T, Dims...&gt;::type;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18621" y="960120"/>
            <a:ext cx="18288" cy="393192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31273" y="984575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Layout = Kokkos::LayoutRight,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typename Space  = Kokkos::HostSpace&gt;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[[nodiscard]] auto toKokkos() const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mLifetime.check();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DataType =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detail::KokkosDataType_t&lt;T, Dims...&gt;;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ViewT = Kokkos::View&lt;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DataType, Layout, Space,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Kokkos::MemoryTraits&lt;Kokkos::Unmanaged&gt;&gt;;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mExtents.apply(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[&amp;](auto... dynamic_dims)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ViewT(mData, dynamic_dims...);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std::conditional_t?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compile-time if/else for types. Given a boolean, it returns one of two types.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std::conditional_t&lt;condition, TypeIfTrue, TypeIfFalse&gt;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has no if/else that returns a type.  You can’t write: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 = if (big) BigInt else int;  // not C++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conditional_t fills that gap. It selects a type at compile time based on a boolean.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 — choosing between two valid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Pick the right integer type based on size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CounterType = std::conditional_t&lt;(N &gt; 65535), uint32_t, uint16_t&gt;;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uint32_t and uint16_t are always valid — safe to instantiate both.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Need to Compute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introduced the Kokkos bridge. Kokkos::View needs a DataType template parameter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encodes every dimension in a specific notation.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128016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ArrayView’s dimension pack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dyn, 5&gt;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  +  dimension extents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28016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54864" cy="12801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Kokkos DataType — a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double**[5]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template parameter for Kokkos::View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toKokkos() does internally: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DataType = KokkosDataType_t&lt;double, dyn, dyn, 5&gt;;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double**[5]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HostSpace, Unmanaged&gt; hostView(ptr, rows, cols);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 type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value. Like BuildArrayType, this requires struct-based recursion.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here, each level must choose between two different transformations — stars or brackets.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Encoding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in the pack maps to one element in the Kokkos DataType: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95101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95101"/>
            <a:ext cx="54864" cy="9144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4082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dimension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24082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 bracket  [N]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6581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constant — the compiler embeds it as a literal in the type.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 is part of the type signature, known before the program runs.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92381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92381"/>
            <a:ext cx="54864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33810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dimension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3810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pointer star  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03861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only — Kokkos encodes runtime dimensions as levels of pointer indirection.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passed at construction, not encoded in the type.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208583"/>
              </p:ext>
            </p:extLst>
          </p:nvPr>
        </p:nvGraphicFramePr>
        <p:xfrm>
          <a:off x="457200" y="337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 Dims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Kokkos DataType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3, 4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[4], wrap [3]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double[3][4]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dyn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*, add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*, wrap [3]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double*[3]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dyn, 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*, add *, wrap [5]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double**[5]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Obvious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per-dimension branch — “is this dim dynamic or static?” — that selects a type transformation.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conditional_t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standard tool for choosing between two types at compile time. It was just introduced. It’s the first thing you’d reach for. It seems like a perfect fit.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22860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TRAP: conditional_t instantiates both branches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 std::size_t... Rest&gt;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std::conditional_t&lt;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First == dynamic_extent,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typename KokkosDataType&lt;T*, Rest...&gt;::type,      // Dynamic: add *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typename KokkosDataType&lt;T, Rest...&gt;::type[First]  // Static: add [N]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749040" cy="8686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4864" cy="8686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clean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dynamic → add *. If static → add [N].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selects the right branch.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977640"/>
            <a:ext cx="3749040" cy="8686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3977640"/>
            <a:ext cx="54864" cy="8686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conditional_t must form both types before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one. When First = SIZE_MAX, it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type[SIZE_MAX] — an impossible array.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Explodes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std::conditional_t&lt;Cond, A, B&gt;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a lazy evaluator — it does not wait to see which branch is needed before forming both types. Both </a:t>
            </a: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be valid, fully-formed types before it selects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" cy="25603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First = 3 (static)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instantiates the dynamic branch: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KokkosDataType&lt;T*, Rest...&gt;::type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harmless — it produces a valid type with an extra pointer star. Unnecessary work, but legal.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54864" cy="2560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First = dynamic_extent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instantiates the static branch: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...::type[SIZE_MAX]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514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attempts to form an array of ~18.4 quintillion elements.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compiler can represent this type.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error.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 error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CE4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insidious: all-static dimensions work perfectly. The first time a user writes ArrayView&lt;double, dynamic_extent, 3&gt; and calls toKokkos(), compilation fails.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conditional_t Can’t Work 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means only computing what you actually need. A restaurant that only cooks what you order is lazy. One that prepares every dish on the menu, then throws away what you didn’t pick, is eager.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" cy="13716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conditional_t is eager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both types, then discards one.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unchosen type is impossible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(type[SIZE_MAX]), the compiler fails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can discard anything.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54864" cy="13716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is lazy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the branch not taken before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the code inside it.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impossible path is never compiled.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 only works for values, not types.)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Eager: conditional_t forms both A and B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 = */ typename KokkosDataType&lt;T*, Rest...&gt;::type      // ✓ valid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 = */ typename KokkosDataType&lt;T, Rest...&gt;::type[SIZE_MAX]  // ✗ HARD ERROR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 must exist before conditional_t can discard it.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Lazy: if constexpr discards before forming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 (d != dynamic_extent)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d;              // compiled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dyn[slot];      // discarded entirely — never formed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use partial specialization, which only instantiates the matching branch — lazy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Partial Specialization?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template can have multiple definitions. The compiler picks the most specific one that matches.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  struct Describe { const char* value = "something"; };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template — the fallback. Matches anything.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template&lt;&gt;  struct Describe&lt;int&gt; { const char* value = "an integer"; };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specialization — matches only when T is exactly 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  struct Describe&lt;T*&gt; { const char* value = "a pointer"; };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specialization — matches any pointer type. T remains a free parameter.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Describe&lt;double&gt;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primary ("something").  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Describe&lt;int&gt;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int specialization.  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Describe&lt;int*&gt;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pointer specialization.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only instantiates the one it picks. The others are never formed.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Not Branch Inside the Struct?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wonder: why not write one struct with an internal branch?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Can’t we just branch inside?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 std::size_t... Rest&gt;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 — if constexpr works for VALUES, not for type aliases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using type = if constexpr (...) ???  ← not valid C++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using type = conditional_t&lt;...&gt;       ← forms both branches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931920" cy="118872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values — return d or return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dyn[slot]. But a using type declaration is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runtime return. You can’t put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around a type alias.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931920" cy="118872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310896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154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conditional_t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choose between types — but forms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before selecting. When one branch is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(type[SIZE_MAX]), the compiler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before the choice is made.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specializations are the only mechanism for type-level branching where one path may not exist.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Fix: Partial Specialization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separate specializations. Only the matching one is instantiated.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no more dimensions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KokkosDataType&lt;T&gt; { using type = T; };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4864" cy="10515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dim — add 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Rest&gt;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dynamic_extent, Rest...&gt; {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typename KokkosDataType&lt;T*, Rest...&gt;::type;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 — wrap [N]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5204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 std::size_t... Rest&gt;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First, Rest...&gt; {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static_assert(First != dynamic_extent);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typename KokkosDataType&lt;T, Rest...&gt;::type[First];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static_assert: safety guard — if the dynamic specialization ever failed to match first, this catches it instead of silently forming type[SIZE_MAX].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Transformations, Two Directions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and static specializations transform differently.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2926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transform T on the way down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pointer star to T before recursing.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level receives a modified 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474720" cy="12801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KokkosDataType&lt;T*, Rest...&gt;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↑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add * to 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pass T* 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accumulate in T as we descend.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54864" cy="29260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wrap result on the way 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Recurses first with T unchanged.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wraps the result with [First].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3474720" cy="12801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KokkosDataType&lt;T, Rest...&gt;::type[First]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↑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recurse first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wrap with [N]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wrap after recursion returns.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specializations define their own type — the nested-using pattern, same as BuildArrayType.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Tracing: The Dynamic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KokkosDataType&lt;double, dyn, dyn, 5&gt;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two dynamic dims, one static.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specialization fires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double</a:t>
            </a: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* → T becomes double*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KokkosDataType&lt;double*, dyn, 5&gt;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specialization fires again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double*</a:t>
            </a: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* → T becomes double**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KokkosDataType&lt;double**, 5&gt;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4864" cy="9601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5 is static — different specialization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double**</a:t>
            </a: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with T unchanged, wrap later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KokkosDataType&lt;double**&gt;  →  base case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accumulate in T as the dynamic specialization fires repeatedly.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Tracing: The Unwind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produces the seed. The static step wraps it on the way back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73152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54864" cy="68580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KokkosDataType&lt;double**&gt;  →  type = double**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has accumulated both stars. No more dims. Return T as-is.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 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KokkosDataType&lt;T, Rest...&gt;::type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[First]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result: </a:t>
            </a: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double**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wrap with 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double**[5] 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KokkosDataType&lt;double, dyn, dyn, 5&gt;
</a:t>
            </a: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add *  → add *  → base = double**  → wrap [5]  →  </a:t>
            </a: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double**[5]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transforms T going down. Static wraps the result coming back up.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Tracing: All-Static 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KokkosDataType&lt;double, 3, 4&gt;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dynamic dims. Only the static specialization fires.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4447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KokkosDataType&lt;double, 3, 4&gt;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First=3, static. Recurse, wrap later.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strip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4864" cy="6400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267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KokkosDataType&lt;double, 4&gt;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First=4, static. Recurse, wrap later.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267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strip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KokkosDataType&lt;double&gt;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type = double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double</a:t>
            </a:r>
            <a:r>
              <a:rPr lang="en-US" sz="120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wrap [4]  →  </a:t>
            </a: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double[4]</a:t>
            </a:r>
            <a:r>
              <a:rPr lang="en-US" sz="120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wrap [3]  →  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double[3][4]  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inside-out pattern as BuildArrayType — 3 is stripped first, wrapped last, ends up outermost.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conditional_t vs Partial Specialization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std::conditional_t&lt;C, A, B&gt;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specialization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 and B are instantiated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matching specialization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branches always valid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branch may be ill-formed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branch ill-formed for any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(unmatched specs not formed)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Selecting between two valid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where a path may not exist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conditional_t when choosing between two types that are both valid. Use partial specialization when the choice determines whether a type </a:t>
            </a:r>
            <a:r>
              <a:rPr lang="en-US" sz="1300" b="1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exist at all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toKokkos() Uses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point: one method call bridges ArrayView to a Kokkos::View.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6669"/>
            <a:ext cx="8229600" cy="2767157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Layout = Kokkos::LayoutRight,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typename Space  = Kokkos::HostSpace&gt;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[[nodiscard]] auto toKokkos() const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mLifetime.check();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KokkosDataType computes the encoding at compile time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DataType = detail::KokkosDataType_t&lt;T, Dims...&gt;;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ViewT = Kokkos::View&lt;DataType, Layout, Space,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Kokkos::MemoryTraits&lt;Kokkos::Unmanaged&gt;&gt;;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ExtentStorage::apply passes only the dynamic dims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mExtents.apply([&amp;](auto... dynamic_dims) {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ViewT(mData, dynamic_dims...);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4091761"/>
            <a:ext cx="3931920" cy="594360"/>
          </a:xfrm>
          <a:prstGeom prst="rect">
            <a:avLst/>
          </a:prstGeom>
          <a:solidFill>
            <a:srgbClr val="E1E8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4091761"/>
            <a:ext cx="54864" cy="5943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110049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KokkosDataType_t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computes the encoding.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stars and brackets.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4091761"/>
            <a:ext cx="3931920" cy="777240"/>
          </a:xfrm>
          <a:prstGeom prst="rect">
            <a:avLst/>
          </a:prstGeom>
          <a:solidFill>
            <a:srgbClr val="E1E8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4091761"/>
            <a:ext cx="54864" cy="7772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4110049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mExtents.apply(fn)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fn with only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extents from dyn[]. Static dims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template params — Kokkos already has them.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encoding — now you can read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886048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forward declaration — 3 specializations follow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base: no dims left — T is the answer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KokkosDataType&lt;T&gt; { using type = T; };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dynamic dim: add * to T, then recurse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stars accumulate going down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Rest&gt;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dynamic_extent, Rest...&gt; 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typename KokkosDataType&lt;T*, Rest...&gt;::type;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dim: recurse first, then wrap with [First]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brackets wrap coming back up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 std::size_t... Rest&gt;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KokkosDataType&lt;T, First, Rest...&gt; 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static_assert(First != dynamic_extent);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typename KokkosDataType&lt;T, Rest...&gt;::type[First];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convenience alias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KokkosDataType_t = typename KokkosDataType&lt;T, Dims...&gt;::type;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0" y="960120"/>
            <a:ext cx="18288" cy="365760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07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076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581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double[3][4]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17922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static — brackets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267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double*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dynamic — star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dyn, dyn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953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double**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3163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3429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dyn,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3639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double*[3]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849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+ bracket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dyn, dyn,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4325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double**[5]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4535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stars + bracket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2911</Words>
  <Application>Microsoft Office PowerPoint</Application>
  <PresentationFormat>On-screen Show (16:9)</PresentationFormat>
  <Paragraphs>360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KokkosDataType</dc:title>
  <dc:subject>PptxGenJS Presentation</dc:subject>
  <dc:creator>ArrayView / ulib</dc:creator>
  <cp:lastModifiedBy>Matthew Schroeder</cp:lastModifiedBy>
  <cp:revision>2</cp:revision>
  <dcterms:created xsi:type="dcterms:W3CDTF">2026-04-09T06:26:05Z</dcterms:created>
  <dcterms:modified xsi:type="dcterms:W3CDTF">2026-04-09T06:39:48Z</dcterms:modified>
</cp:coreProperties>
</file>