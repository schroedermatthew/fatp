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651760"/>
            <a:ext cx="9144000" cy="36576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make ArrayView(arr)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work?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CTAD —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Guide That Matches Twice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ArrayView.h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guides — where we’re headed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CTAD guides (rank 1–8)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 A&gt;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requires (!std::is_array_v&lt;T&gt;)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ArrayView(T(&amp;)[A]) -&gt; ArrayView&lt;T, A&gt;;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 A, std::size_t B&gt;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requires (!std::is_array_v&lt;T&gt;)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ArrayView(T(&amp;)[A][B]) -&gt; ArrayView&lt;T, A, B&gt;;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 A, std::size_t B,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std::size_t C&gt;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requires (!std::is_array_v&lt;T&gt;)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ArrayView(T(&amp;)[A][B][C]) -&gt; ArrayView&lt;T, A, B, C&gt;;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 ranks 4–8 follow the same pattern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Rank &gt; 8 fallback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T&gt;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requires (std::is_array_v&lt;T&gt;)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ArrayView(T&amp;) -&gt; ArrayView&lt;std::remove_all_extents_t&lt;T&gt;&gt;;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577840" y="914400"/>
            <a:ext cx="18288" cy="3657600"/>
          </a:xfrm>
          <a:prstGeom prst="rect">
            <a:avLst/>
          </a:prstGeom>
          <a:solidFill>
            <a:srgbClr val="8A9CC5"/>
          </a:solidFill>
          <a:ln/>
        </p:spPr>
      </p:sp>
      <p:sp>
        <p:nvSpPr>
          <p:cNvPr id="7" name="Text 5"/>
          <p:cNvSpPr/>
          <p:nvPr/>
        </p:nvSpPr>
        <p:spPr>
          <a:xfrm>
            <a:off x="5806440" y="914400"/>
            <a:ext cx="3200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Factory for rank &gt; 8 and const arrays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Array&gt;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requires std::is_array_v&lt;Array&gt;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auto makeArrayView(Array&amp; arr)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noexcept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using ViewType =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typename detail::Peeler&lt;Array&gt;::type;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ViewType(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detail::flatPtr(arr),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typename ViewType::InternalTag{});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Usage: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double big[2][3][4][5][6][7][8][9][10];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auto v = makeArrayView(big);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CTAD?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Template Argument Deduction — the compiler figures out the template parameters from the constructor arguments, so you don’t have to spell them out.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146304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54864" cy="1463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CTAD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3474720" cy="457200"/>
          </a:xfrm>
          <a:prstGeom prst="rect">
            <a:avLst/>
          </a:prstGeom>
          <a:solidFill>
            <a:srgbClr val="141C3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ArrayView&lt;int, 3, 4&gt; v(arr);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spell out every parameter.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Tedious. Error-prone.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931920" cy="146304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63040"/>
            <a:ext cx="54864" cy="14630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508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CTAD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1828800"/>
            <a:ext cx="3474720" cy="457200"/>
          </a:xfrm>
          <a:prstGeom prst="rect">
            <a:avLst/>
          </a:prstGeom>
          <a:solidFill>
            <a:srgbClr val="141C3D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 v(arr);  // deduces all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423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deduces int, 3, 4 from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array type. Zero boilerplate.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solidFill>
            <a:srgbClr val="E1E8F5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200400"/>
            <a:ext cx="54864" cy="109728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461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ArrayView needs explicit guides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C-array constructor takes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array_type&amp;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a parameter pack of extents. The compiler can’t infer the dimension pack from the constructor signature alone — it sees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int(&amp;)[3][4]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but has no way to decompose that into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&lt;int, 3, 4&gt;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without a guide that says how.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CTAD is requirement 4: ArrayView(arr) should deduce element type, rank, and all dims.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a Deduction Guide?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explicit declaration that tells the compiler: “when the constructor argument matches this pattern, use these template parameters.”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solidFill>
            <a:srgbClr val="0D1A3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 A, std::size_t B&gt;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ArrayView(T(&amp;)[A][B]) -&gt; ArrayView&lt;T, A, B&gt;;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pattern (antecedent)</a:t>
            </a:r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the argument is a reference to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2D array of T with extents A, B"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21488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result (consequent)</a:t>
            </a:r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"then the template parameters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&lt;T, A, B&gt;"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8046720" cy="1188720"/>
          </a:xfrm>
          <a:prstGeom prst="rect">
            <a:avLst/>
          </a:prstGeom>
          <a:solidFill>
            <a:srgbClr val="0D1A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6324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arr[3][4];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 v(arr);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Guide matches: T=int, A=3, B=4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Deduces: ArrayView&lt;int, 3, 4&gt;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-&gt; separates the pattern from the deduced result. Read it as “if...then.”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 Implication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</a:t>
            </a:r>
            <a:pPr indent="0" marL="0">
              <a:buNone/>
            </a:pPr>
            <a:r>
              <a:rPr lang="en-US" sz="14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“if…then.”  The left side is the antecedent. The right side is the consequent.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201168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54864" cy="201168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 (left of -&gt;)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conditions, both must be true: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Pattern match — does the argument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fit the shape T(&amp;)[A][B]?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Constraints — does requires(...)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pass?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201168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325880"/>
            <a:ext cx="54864" cy="20116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Consequent (right of -&gt;)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deduced template parameters.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produced when the antecedent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true.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antecedent is false, the guide is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discarded — not “vacuously true,”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gone from consideration.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solidFill>
            <a:srgbClr val="141C3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118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Antecedent                                     Consequent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ArrayView(T(&amp;)[A][B])                          -&gt; ArrayView&lt;T, A, B&gt;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                 │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pattern + requires(...)                        └─ deduced types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IF this is true                                 THEN use these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Trap: Both Guides Match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</a:t>
            </a:r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arr[3][4]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two guides match the same argument: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237744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23774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Rank-1 guide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3474720" cy="411480"/>
          </a:xfrm>
          <a:prstGeom prst="rect">
            <a:avLst/>
          </a:prstGeom>
          <a:solidFill>
            <a:srgbClr val="0D1A3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ArrayView(T(&amp;)[A])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int[4]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A = 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Produces: </a:t>
            </a:r>
            <a:pPr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ArrayView&lt;int[4], 3&gt;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063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type is a sub-array.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3246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3931920" cy="237744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280160"/>
            <a:ext cx="54864" cy="23774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325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Rank-2 guide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0" y="1645920"/>
            <a:ext cx="3474720" cy="411480"/>
          </a:xfrm>
          <a:prstGeom prst="rect">
            <a:avLst/>
          </a:prstGeom>
          <a:solidFill>
            <a:srgbClr val="0D1A3A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ArrayView(T(&amp;)[A][B])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1945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423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int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A = 3,  B =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2743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Produces: </a:t>
            </a:r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ArrayView&lt;int, 3, 4&gt;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063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type is the scalar.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55280" y="3246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constraints: compiler-dependent. Some compilers pick rank-1 silently (wrong). Others give an ambiguity error. Both are bad.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the Rank-1 Guide Matches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type deduction doesn’t know that T is “supposed to be” a scalar. It just matches the pattern.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228600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54864" cy="2286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compiler sees int[3][4]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guide pattern is T(&amp;)[A]. The compiler asks: “can I decompose int[3][4] into T[A]?”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7680960" cy="1188720"/>
          </a:xfrm>
          <a:prstGeom prst="rect">
            <a:avLst/>
          </a:prstGeom>
          <a:solidFill>
            <a:srgbClr val="141C3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945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int[3][4]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strip outermost [3]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leftover type: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int[4]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← that’s T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Result: T = int[4],  A = 3   ✓ pattern matches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solidFill>
            <a:srgbClr val="FCE4E6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3840480"/>
            <a:ext cx="54864" cy="6858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703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int[4] is a perfectly valid C++ type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 array of 4 ints. The compiler has no concept of “intended element type.” The deduced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ArrayView&lt;int[4], 3&gt;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view whose element type is a sub-array. Nonsensical, but syntactically valid.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solidFill>
            <a:srgbClr val="E1E8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4251960"/>
            <a:ext cx="54864" cy="50292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2793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std::is_array_v&lt;T&gt;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standard type trait. It returns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T is a C array type (like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int[4]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scalars (like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This is the tool that distinguishes “sub-array” from “scalar.”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Fix: requires (!is_array_v&lt;T&gt;)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this constraint to every guide. It strengthens the antecedent — T must be a scalar, not a sub-array.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192024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19202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Rank-1 guide — rejected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3474720" cy="365760"/>
          </a:xfrm>
          <a:prstGeom prst="rect">
            <a:avLst/>
          </a:prstGeom>
          <a:solidFill>
            <a:srgbClr val="0D1A3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requires (!is_array_v&lt;int[4]&gt;)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(pattern ✓) ∧ (!is_array_v&lt;int[4]&gt;)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true ∧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→ guide rejected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int[4] IS an array → constraint fails.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3931920" cy="192024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280160"/>
            <a:ext cx="54864" cy="19202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325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Rank-2 guide — fires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0" y="1645920"/>
            <a:ext cx="3474720" cy="365760"/>
          </a:xfrm>
          <a:prstGeom prst="rect">
            <a:avLst/>
          </a:prstGeom>
          <a:solidFill>
            <a:srgbClr val="0D1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requires (!is_array_v&lt;int&gt;)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0" y="21488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(pattern ✓) ∧ (!is_array_v&lt;int&gt;)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true ∧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→ guide fires 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880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is NOT an array → constraint passes.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8229600" cy="822960"/>
          </a:xfrm>
          <a:prstGeom prst="rect">
            <a:avLst/>
          </a:prstGeom>
          <a:solidFill>
            <a:srgbClr val="0D1A3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5204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 A, std::size_t B&gt;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requires (!std::is_array_v&lt;T&gt;)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ArrayView(T(&amp;)[A][B]) -&gt; ArrayView&lt;T, A, B&gt;;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constraint makes it unambiguous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 ensures only the guide whose rank matches the array’s actual rank can fire.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Tracing All Guides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evaluation for </a:t>
            </a:r>
            <a:pPr indent="0" marL="0">
              <a:buNone/>
            </a:pPr>
            <a:r>
              <a:rPr lang="en-US" sz="13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arr[3][4]</a:t>
            </a:r>
            <a:pPr indent="0" marL="0">
              <a:buNone/>
            </a:pPr>
            <a:r>
              <a:rPr lang="en-US" sz="13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every guide: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188720"/>
                <a:gridCol w="2286000"/>
                <a:gridCol w="21031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Guide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Deduced 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!is_array_v&lt;T&gt;?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Rank-1: T(&amp;)[A]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int[4]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(int[4] is array)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Rank-2: T(&amp;)[A][B]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(int is scalar)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Fires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Rank-3: T(&amp;)[A][B][C]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(only 2 brackets)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Fallback: T&amp;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int[3][4]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is_array_v 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B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3832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*Fallback requires is_array_v&lt;T&gt; but is less specialized than the rank-2 guide.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rgbClr val="E1E8F5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3749040"/>
            <a:ext cx="54864" cy="7315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794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guide has a true antecedent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rank-2 guide, which deduces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ArrayView&lt;int, 3, 4&gt;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C array, only the guide whose rank matches the array’s actual rank has T deduced as a non-array type.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Partition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ranked guides and the fallback form a complete partition over all C arrays.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182880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182880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guides (1–8)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3474720" cy="365760"/>
          </a:xfrm>
          <a:prstGeom prst="rect">
            <a:avLst/>
          </a:prstGeom>
          <a:solidFill>
            <a:srgbClr val="0D1A3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requires (!std::is_array_v&lt;T&gt;)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only when T is a scalar.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rank ≤ 8, exactly one guide has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deduced as a non-array type — the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matching the array’s actual rank.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80160"/>
            <a:ext cx="54864" cy="2194560"/>
          </a:xfrm>
          <a:prstGeom prst="rect">
            <a:avLst/>
          </a:prstGeom>
          <a:solidFill>
            <a:srgbClr val="8A9CC5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325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1645920"/>
            <a:ext cx="3474720" cy="365760"/>
          </a:xfrm>
          <a:prstGeom prst="rect">
            <a:avLst/>
          </a:prstGeom>
          <a:solidFill>
            <a:srgbClr val="0D1A3A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requires (std::is_array_v&lt;T&gt;)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0" y="21488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remove_all_extents_t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strips all brackets: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int[3][4] → int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Deduces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ArrayView&lt;int&gt;</a:t>
            </a:r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empty dim pack → kRank = 0.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constructor requires kRank &gt; 0 →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viable constructor → CTAD fails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clear error. Use makeArrayView().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solidFill>
            <a:srgbClr val="0D1A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290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Rank ≤ 8: ranked guide wins, deduces ArrayView&lt;T, dims...&gt;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arr[3][4];  ArrayView v(arr); 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ArrayView&lt;int, 3, 4&gt;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Rank &gt; 8: all ranked guides fail, fallback fires, CTAD fails cleanly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big[2][3][4][5][6][7][8][9][10];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v = makeArrayView(big);         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works via Peeler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exactly one path fires for any C array. No ambiguity, no silent wrong answer.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8 Guides, Not Variadic?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might expect a single variadic guide that handles any rank. C++ doesn’t support this.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640080"/>
          </a:xfrm>
          <a:prstGeom prst="rect">
            <a:avLst/>
          </a:prstGeom>
          <a:solidFill>
            <a:srgbClr val="141C3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Not valid C++ — can’t have variadic non-type params for array extents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std::size_t... Dims&gt;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ArrayView(T(&amp;)[Dims...]) -&gt; ArrayView&lt;T, Dims...&gt;;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rank needs its own guide with explicit extent parameters: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rank 1,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rank 2,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B, C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rank 3, and so on. 8 is a practical ceiling — most scientific arrays are rank 1–4.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141C3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06324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Rank 1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ArrayView(T(&amp;)[A])           -&gt; ArrayView&lt;T, A&gt;;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Rank 2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ArrayView(T(&amp;)[A][B])        -&gt; ArrayView&lt;T, A, B&gt;;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Rank 3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ArrayView(T(&amp;)[A][B][C])     -&gt; ArrayView&lt;T, A, B, C&gt;;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Rank 8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ArrayView(T(&amp;)[A][B][C][D][E][F][G][H])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-&gt; ArrayView&lt;T, A, B, C, D, E, F, G, H&gt;;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guide carries requires (!is_array_v&lt;T&gt;). Repetitive but necessary — no variadic alternative exists.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makeArrayView: The Fallback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rank &gt; 8 and const arrays. Uses Peeler (covered in Act 6) to decompose the array type.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2286000"/>
          </a:xfrm>
          <a:prstGeom prst="rect">
            <a:avLst/>
          </a:prstGeom>
          <a:solidFill>
            <a:srgbClr val="0D1A3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25880"/>
            <a:ext cx="7498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Array&gt;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requires std::is_array_v&lt;Array&gt;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auto makeArrayView(Array&amp; arr) noexcept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Peeler strips [N] extents one by one,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accumulates them as template params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using ViewType = typename detail::Peeler&lt;Array&gt;::type;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ViewType(detail::flatPtr(arr),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typename ViewType::InternalTag{});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794760"/>
            <a:ext cx="3931920" cy="91440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3794760"/>
            <a:ext cx="54864" cy="91440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40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use this for everything?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CTAD is ergonomic: ArrayView v(arr).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makeArrayView requires a function call.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CTAD is preferred when rank ≤ 8.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3794760"/>
            <a:ext cx="3931920" cy="91440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3794760"/>
            <a:ext cx="54864" cy="9144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3840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Peeler — Act 6 preview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4114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Peeler decomposes double[2][3][4] into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ArrayView&lt;double, 2, 3, 4&gt;. No rank limit.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Inheritance-based — different from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BuildArrayType’s nested-using pattern.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InternalTag: The Private Door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makeArrayView</a:t>
            </a:r>
            <a:pPr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can’t use the public constructors. Here’s why it needs its own path.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146304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54864" cy="1463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constructors won’t 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C-array constructor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requires
all_static (rejects dynamic views).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Pointer constructor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requires explicit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extents. But makeArrayView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an all-static view — no extents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pass.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46304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325880"/>
            <a:ext cx="54864" cy="14630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71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InternalTag constructor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constructor that takes a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and an 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InternalTag{}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struct used as a compile-time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key. Only friend functions like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makeArrayView can construct one.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Bypasses all public constraints.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8229600" cy="1417320"/>
          </a:xfrm>
          <a:prstGeom prst="rect">
            <a:avLst/>
          </a:prstGeom>
          <a:solidFill>
            <a:srgbClr val="141C3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17520"/>
            <a:ext cx="7680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Inside ArrayView: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InternalTag {};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empty type — acts as a key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ArrayView(T* ptr, InternalTag) noexcept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mData{ptr}, mExtents{}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{}  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constraint checks, no checkedExtent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Only friends can call it: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Array&gt; requires std::is_array_v&lt;Array&gt;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friend constexpr auto makeArrayView(Array&amp;) noexcept;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tag type pattern: an empty struct whose only purpose is to select a specific overload or constructor.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ArrayView.h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guides — now you can read them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5303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every ranked guide has the same constraint: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requires (!std::is_array_v&lt;T&gt;)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 must be a scalar, not a sub-array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 A&gt;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requires (!std::is_array_v&lt;T&gt;)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ArrayView(T(&amp;)[A]) -&gt; ArrayView&lt;T, A&gt;;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 A, std::size_t B&gt;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requires (!std::is_array_v&lt;T&gt;)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ArrayView(T(&amp;)[A][B]) -&gt; ArrayView&lt;T, A, B&gt;;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 A, std::size_t B,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std::size_t C&gt;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requires (!std::is_array_v&lt;T&gt;)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ArrayView(T(&amp;)[A][B][C]) -&gt; ArrayView&lt;T, A, B, C&gt;;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 ranks 4–8 identical pattern ...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fallback: opposite constraint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T&gt;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requires (std::is_array_v&lt;T&gt;)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ArrayView(T&amp;)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ArrayView&lt;std::remove_all_extents_t&lt;T&gt;&gt;;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760720" y="914400"/>
            <a:ext cx="18288" cy="3657600"/>
          </a:xfrm>
          <a:prstGeom prst="rect">
            <a:avLst/>
          </a:prstGeom>
          <a:solidFill>
            <a:srgbClr val="8A9CC5"/>
          </a:solidFill>
          <a:ln/>
        </p:spPr>
      </p:sp>
      <p:sp>
        <p:nvSpPr>
          <p:cNvPr id="7" name="Text 5"/>
          <p:cNvSpPr/>
          <p:nvPr/>
        </p:nvSpPr>
        <p:spPr>
          <a:xfrm>
            <a:off x="598932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89320" y="1325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int[5]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89320" y="15270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ArrayView&lt;int, 5&gt;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89320" y="17282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rank-1 fires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89320" y="20116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int[3][4]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89320" y="22128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ArrayView&lt;int, 3, 4&gt;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89320" y="24140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rank-2 fires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89320" y="2697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double[2][3][4]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89320" y="28986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ArrayView&lt;double, 2, 3, 4&gt;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89320" y="30998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rank-3 fires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89320" y="33832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float[10][20][30][40]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89320" y="35844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ArrayView&lt;float, 10, 20, 30, 40&gt;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89320" y="37856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rank-4 fires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89320" y="40690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int[2][3]...[10]  (rank 9)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89320" y="42702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CTAD fails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8932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makeArrayView()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CTAD — The Guide That Matches Twice</dc:title>
  <dc:subject>PptxGenJS Presentation</dc:subject>
  <dc:creator>ArrayView / ulib</dc:creator>
  <cp:lastModifiedBy>ArrayView / ulib</cp:lastModifiedBy>
  <cp:revision>1</cp:revision>
  <dcterms:created xsi:type="dcterms:W3CDTF">2026-04-09T06:47:38Z</dcterms:created>
  <dcterms:modified xsi:type="dcterms:W3CDTF">2026-04-09T06:47:38Z</dcterms:modified>
</cp:coreProperties>
</file>