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10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71F7"/>
                </a:solidFill>
              </a:rPr>
              <a:t>PROBLEM-SOLVING SESSION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EDF3"/>
                </a:solidFill>
              </a:rPr>
              <a:t>The Invalid Operation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Type-State Pattern: States as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3383280"/>
            <a:ext cx="1280160" cy="36576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called in the wrong state — compiles fine, crashes at runtime.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3251"/>
            <a:ext cx="4572000" cy="265176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053251"/>
            <a:ext cx="36576" cy="265176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144691"/>
            <a:ext cx="4343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fd_ = -1;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is_open_ = false;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open(const string&amp; path);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read()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(!is_open_) throw ...;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close();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f;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f.read();  // Compiles! Crashes.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0" y="1066799"/>
            <a:ext cx="3657600" cy="1828800"/>
          </a:xfrm>
          <a:prstGeom prst="rect">
            <a:avLst/>
          </a:prstGeom>
          <a:solidFill>
            <a:srgbClr val="2D1518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257800" y="1158239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RUNTIME BUGS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57800" y="1432559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• read() before open()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• read() after close()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• open() twice without close()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• close() twice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All compile. All crash.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987039"/>
            <a:ext cx="365760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257800" y="3060191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State is a VALUE (is_open_), not a TYPE.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Compiler can't distinguish open vs closed files.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Insight: State as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BEFORE: One type, runtime state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18872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6576" cy="118872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is_open_;  // State = 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read()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(!is_open_) throw...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AFTER: Different types per state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023360" cy="128016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36576" cy="12801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ClosedFile {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OpenFile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read();  // Only here!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ClosedFile f;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f.read();  // Compile error!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06240" cy="182880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206240" cy="3657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09160" y="1005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</a:rPr>
              <a:t>THE TYPE-STATE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2801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>
                <a:solidFill>
                  <a:schemeClr val="bg2"/>
                </a:solidFill>
              </a:rPr>
              <a:t>• States are TYPES, not values</a:t>
            </a:r>
          </a:p>
          <a:p>
            <a:r>
              <a:rPr sz="1400" dirty="0">
                <a:solidFill>
                  <a:schemeClr val="bg2"/>
                </a:solidFill>
              </a:rPr>
              <a:t>• Operations exist only on valid state types</a:t>
            </a:r>
          </a:p>
          <a:p>
            <a:r>
              <a:rPr sz="1400" dirty="0">
                <a:solidFill>
                  <a:schemeClr val="bg2"/>
                </a:solidFill>
              </a:rPr>
              <a:t>• Transitions consume old type, produce new type</a:t>
            </a:r>
          </a:p>
          <a:p>
            <a:r>
              <a:rPr sz="1400" dirty="0">
                <a:solidFill>
                  <a:schemeClr val="bg2"/>
                </a:solidFill>
              </a:rPr>
              <a:t>• Invalid operations → compile error</a:t>
            </a:r>
          </a:p>
          <a:p>
            <a:r>
              <a:rPr sz="1400" dirty="0">
                <a:solidFill>
                  <a:schemeClr val="bg2"/>
                </a:solidFill>
              </a:rPr>
              <a:t>• No runtime state checks for protocol validity (but moved-from misuse is still possible</a:t>
            </a:r>
            <a:r>
              <a:rPr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0" y="2926080"/>
            <a:ext cx="420624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09160" y="29992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ClosedFile has no read(). It's not a runtime check—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the method simply doesn't exist on that type.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Transitions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</a:rPr>
              <a:t>Transitions consume the old state, return the new state: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754880" cy="219456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" cy="21945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ClosedFile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open() consumes ClosedFile, returns OpenFile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OpenFile open() &amp;&amp;;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OpenFile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read();  // Only on OpenFile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close() consumes OpenFile, returns ClosedFile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ClosedFile close() &amp;&amp;;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USAGE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0"/>
            <a:ext cx="3474720" cy="164592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36576" cy="16459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40680" y="15544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ClosedFile closed("data.txt");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open = std::move(closed)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.open();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data = open.read();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closed2 = std::move(open)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.close();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0" y="3200400"/>
            <a:ext cx="3474720" cy="41148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40680" y="3273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9D8F"/>
                </a:solidFill>
              </a:rPr>
              <a:t>&amp;&amp; = rvalue ref: must use std::move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Template-Based Type-State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71F7"/>
                </a:solidFill>
              </a:rPr>
              <a:t>For flexibility, use a single template with state tags: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0" cy="2560320"/>
          </a:xfrm>
          <a:prstGeom prst="rect">
            <a:avLst/>
          </a:prstGeom>
          <a:solidFill>
            <a:srgbClr val="1C1C1C"/>
          </a:solidFill>
          <a:ln w="6350">
            <a:solidFill>
              <a:srgbClr val="A371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" cy="256032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343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Closed {};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Open {};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Locked {};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template&lt;typename State&gt;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File&lt;Open&gt; open() &amp;&amp;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requires is_same_v&lt;State, Closed&gt;;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File&lt;Closed&gt; close() &amp;&amp;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requires is_same_v&lt;State, Open&gt;;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read()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requires is_same_v&lt;State, Open&gt;;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2064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USAGE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0" y="1463040"/>
            <a:ext cx="3657600" cy="196596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36576" cy="19659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257800" y="1554480"/>
            <a:ext cx="34290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File&lt;Closed&gt; f("data.txt");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open = move(f).open();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data = open.read();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locked = move(open).lock();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locked.read();  // Error!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read() requires Open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open2 = move(locked).unlock();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closed = move(open2).close();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3520440"/>
            <a:ext cx="3657600" cy="41148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257800" y="35935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71F7"/>
                </a:solidFill>
              </a:rPr>
              <a:t>requires (C++20) gates method availability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Type-State vs StateMachine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0896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371F7"/>
                </a:solidFill>
              </a:rPr>
              <a:t>TYPE-STATE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883E"/>
                </a:solidFill>
              </a:rPr>
              <a:t>STATEMACHINE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State storage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123444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10896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Compile-time (in type)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52160" y="123444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436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Runtime (variant)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2560320" cy="3657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Invalid transitions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64592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10896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Won't compile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164592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Runtime error / static_assert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05740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Entry/exit actions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05740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10896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Manual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205740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94360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Automatic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468880"/>
            <a:ext cx="2560320" cy="3657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572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Dynamic state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246888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10896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Difficult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246888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9436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Easy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88036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5720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Container storage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288036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10896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One type per state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288036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Single type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291840"/>
            <a:ext cx="2560320" cy="3657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720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Best for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17520" y="329184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10896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Linear protocols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52160" y="329184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94360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Complex graphs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794760"/>
            <a:ext cx="8412480" cy="50292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02920" y="38679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D8F"/>
                </a:solidFill>
              </a:rPr>
              <a:t>Use Type-State for maximum compile-time safety with simple protocols.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A9D8F"/>
                </a:solidFill>
              </a:rPr>
              <a:t>Use StateMachine for runtime inspection and complex state graphs.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" cy="73152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71F7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States are TYPES—OpenFile vs ClosedFile, not file.is_open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Operations exist only on valid types—read() only on OpenFile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36576" cy="7315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Transitions consume old type, produce new type (&amp;&amp;)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36576" cy="73152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100" dirty="0">
                <a:solidFill>
                  <a:schemeClr val="bg2"/>
                </a:solidFill>
              </a:rPr>
              <a:t>Move semantics encourage consume/produce; moved-from use is still possible (logic error)</a:t>
            </a:r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36576" cy="731520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A3633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Invalid operations → compile error, not runtime crash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4206240" cy="73152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84632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100" dirty="0">
                <a:solidFill>
                  <a:schemeClr val="bg2"/>
                </a:solidFill>
              </a:rPr>
              <a:t>No explicit runtime state flag (design-dependent)</a:t>
            </a:r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71F7"/>
                </a:solidFill>
              </a:rPr>
              <a:t>State in the TYPE system → invalid operations don't compile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734</Words>
  <Application>Microsoft Office PowerPoint</Application>
  <PresentationFormat>On-screen Show (16:9)</PresentationFormat>
  <Paragraphs>153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4: The Invalid Operation</dc:title>
  <dc:subject>PptxGenJS Presentation</dc:subject>
  <dc:creator>PptxGenJS</dc:creator>
  <cp:lastModifiedBy>Schroeder, Matthew Q [US] (MS)</cp:lastModifiedBy>
  <cp:revision>2</cp:revision>
  <dcterms:created xsi:type="dcterms:W3CDTF">2026-01-19T08:51:58Z</dcterms:created>
  <dcterms:modified xsi:type="dcterms:W3CDTF">2026-01-19T21:01:29Z</dcterms:modified>
</cp:coreProperties>
</file>